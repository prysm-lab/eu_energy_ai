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2"/>
    <p:sldId id="257" r:id="rId3"/>
  </p:sldIdLst>
  <p:sldSz cx="11898313" cy="13679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BD159-62DF-4F23-8E0D-EB5C710AEC9A}" v="4" dt="2026-10-03T11:32:54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21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addSld modSld">
      <pc:chgData name="Mohammad Hemmati" userId="5e4c8864-b60e-4c33-9ab5-79becc45a124" providerId="ADAL" clId="{0AA367D0-20A9-4589-BF11-3BD43FA0EB4A}" dt="2026-10-03T11:32:54.769" v="524" actId="164"/>
      <pc:docMkLst>
        <pc:docMk/>
      </pc:docMkLst>
      <pc:sldChg chg="addSp delSp modSp mod">
        <pc:chgData name="Mohammad Hemmati" userId="5e4c8864-b60e-4c33-9ab5-79becc45a124" providerId="ADAL" clId="{0AA367D0-20A9-4589-BF11-3BD43FA0EB4A}" dt="2026-10-03T11:32:54.769" v="524" actId="164"/>
        <pc:sldMkLst>
          <pc:docMk/>
          <pc:sldMk cId="1858069253" sldId="256"/>
        </pc:sldMkLst>
        <pc:spChg chg="mod">
          <ac:chgData name="Mohammad Hemmati" userId="5e4c8864-b60e-4c33-9ab5-79becc45a124" providerId="ADAL" clId="{0AA367D0-20A9-4589-BF11-3BD43FA0EB4A}" dt="2026-10-03T11:32:16.358" v="521" actId="1038"/>
          <ac:spMkLst>
            <pc:docMk/>
            <pc:sldMk cId="1858069253" sldId="256"/>
            <ac:spMk id="17" creationId="{A4185EFA-195D-0A74-DA29-C153C11265E4}"/>
          </ac:spMkLst>
        </pc:spChg>
        <pc:grpChg chg="add mod">
          <ac:chgData name="Mohammad Hemmati" userId="5e4c8864-b60e-4c33-9ab5-79becc45a124" providerId="ADAL" clId="{0AA367D0-20A9-4589-BF11-3BD43FA0EB4A}" dt="2026-10-03T11:32:54.769" v="524" actId="164"/>
          <ac:grpSpMkLst>
            <pc:docMk/>
            <pc:sldMk cId="1858069253" sldId="256"/>
            <ac:grpSpMk id="4" creationId="{C68F3E91-778D-C941-8082-C38AAE1BD044}"/>
          </ac:grpSpMkLst>
        </pc:grpChg>
        <pc:grpChg chg="add del mod topLvl">
          <ac:chgData name="Mohammad Hemmati" userId="5e4c8864-b60e-4c33-9ab5-79becc45a124" providerId="ADAL" clId="{0AA367D0-20A9-4589-BF11-3BD43FA0EB4A}" dt="2026-10-03T11:31:04.425" v="490" actId="478"/>
          <ac:grpSpMkLst>
            <pc:docMk/>
            <pc:sldMk cId="1858069253" sldId="256"/>
            <ac:grpSpMk id="7" creationId="{1D260FB3-F59C-2ED0-2CF8-B585E4E91F2F}"/>
          </ac:grpSpMkLst>
        </pc:grpChg>
        <pc:grpChg chg="add mod">
          <ac:chgData name="Mohammad Hemmati" userId="5e4c8864-b60e-4c33-9ab5-79becc45a124" providerId="ADAL" clId="{0AA367D0-20A9-4589-BF11-3BD43FA0EB4A}" dt="2026-09-25T17:29:34.299" v="418" actId="164"/>
          <ac:grpSpMkLst>
            <pc:docMk/>
            <pc:sldMk cId="1858069253" sldId="256"/>
            <ac:grpSpMk id="10" creationId="{731C8B3C-76F9-2F13-D680-59E60E9866FE}"/>
          </ac:grpSpMkLst>
        </pc:grpChg>
        <pc:grpChg chg="add mod">
          <ac:chgData name="Mohammad Hemmati" userId="5e4c8864-b60e-4c33-9ab5-79becc45a124" providerId="ADAL" clId="{0AA367D0-20A9-4589-BF11-3BD43FA0EB4A}" dt="2026-10-03T11:32:54.769" v="524" actId="164"/>
          <ac:grpSpMkLst>
            <pc:docMk/>
            <pc:sldMk cId="1858069253" sldId="256"/>
            <ac:grpSpMk id="14" creationId="{9CC79232-5CBD-6AD5-31C2-1B8397442616}"/>
          </ac:grpSpMkLst>
        </pc:grpChg>
        <pc:grpChg chg="add del mod">
          <ac:chgData name="Mohammad Hemmati" userId="5e4c8864-b60e-4c33-9ab5-79becc45a124" providerId="ADAL" clId="{0AA367D0-20A9-4589-BF11-3BD43FA0EB4A}" dt="2026-10-02T22:49:25.044" v="472" actId="478"/>
          <ac:grpSpMkLst>
            <pc:docMk/>
            <pc:sldMk cId="1858069253" sldId="256"/>
            <ac:grpSpMk id="18" creationId="{CAE12189-71B5-A2E6-8034-462327290519}"/>
          </ac:grpSpMkLst>
        </pc:grpChg>
        <pc:picChg chg="add mod">
          <ac:chgData name="Mohammad Hemmati" userId="5e4c8864-b60e-4c33-9ab5-79becc45a124" providerId="ADAL" clId="{0AA367D0-20A9-4589-BF11-3BD43FA0EB4A}" dt="2026-10-02T22:50:14.505" v="489" actId="164"/>
          <ac:picMkLst>
            <pc:docMk/>
            <pc:sldMk cId="1858069253" sldId="256"/>
            <ac:picMk id="3" creationId="{9ABC6387-9C26-AD0B-C50F-63510F49D586}"/>
          </ac:picMkLst>
        </pc:picChg>
        <pc:picChg chg="add del mod">
          <ac:chgData name="Mohammad Hemmati" userId="5e4c8864-b60e-4c33-9ab5-79becc45a124" providerId="ADAL" clId="{0AA367D0-20A9-4589-BF11-3BD43FA0EB4A}" dt="2026-10-03T11:31:04.425" v="490" actId="478"/>
          <ac:picMkLst>
            <pc:docMk/>
            <pc:sldMk cId="1858069253" sldId="256"/>
            <ac:picMk id="5" creationId="{0C4DB9FE-134D-D89F-BF85-0572876FBBDB}"/>
          </ac:picMkLst>
        </pc:picChg>
        <pc:picChg chg="add mod">
          <ac:chgData name="Mohammad Hemmati" userId="5e4c8864-b60e-4c33-9ab5-79becc45a124" providerId="ADAL" clId="{0AA367D0-20A9-4589-BF11-3BD43FA0EB4A}" dt="2026-10-03T11:32:54.769" v="524" actId="164"/>
          <ac:picMkLst>
            <pc:docMk/>
            <pc:sldMk cId="1858069253" sldId="256"/>
            <ac:picMk id="12" creationId="{9414D209-6738-73BC-DD78-A46E37CDA6C4}"/>
          </ac:picMkLst>
        </pc:picChg>
        <pc:picChg chg="add del mod topLvl">
          <ac:chgData name="Mohammad Hemmati" userId="5e4c8864-b60e-4c33-9ab5-79becc45a124" providerId="ADAL" clId="{0AA367D0-20A9-4589-BF11-3BD43FA0EB4A}" dt="2026-10-02T22:49:25.044" v="472" actId="478"/>
          <ac:picMkLst>
            <pc:docMk/>
            <pc:sldMk cId="1858069253" sldId="256"/>
            <ac:picMk id="12" creationId="{C4F7C0B4-B1A1-3E29-1580-F7EBE2A3CB46}"/>
          </ac:picMkLst>
        </pc:picChg>
      </pc:sldChg>
      <pc:sldChg chg="addSp delSp modSp new mod">
        <pc:chgData name="Mohammad Hemmati" userId="5e4c8864-b60e-4c33-9ab5-79becc45a124" providerId="ADAL" clId="{0AA367D0-20A9-4589-BF11-3BD43FA0EB4A}" dt="2026-09-25T20:00:57.305" v="457" actId="164"/>
        <pc:sldMkLst>
          <pc:docMk/>
          <pc:sldMk cId="390176639" sldId="257"/>
        </pc:sldMkLst>
        <pc:spChg chg="add mod topLvl">
          <ac:chgData name="Mohammad Hemmati" userId="5e4c8864-b60e-4c33-9ab5-79becc45a124" providerId="ADAL" clId="{0AA367D0-20A9-4589-BF11-3BD43FA0EB4A}" dt="2026-09-25T20:00:57.305" v="457" actId="164"/>
          <ac:spMkLst>
            <pc:docMk/>
            <pc:sldMk cId="390176639" sldId="257"/>
            <ac:spMk id="13" creationId="{6B4B2041-4E7F-8DA7-468A-30B60F91BAB0}"/>
          </ac:spMkLst>
        </pc:spChg>
        <pc:grpChg chg="add mod">
          <ac:chgData name="Mohammad Hemmati" userId="5e4c8864-b60e-4c33-9ab5-79becc45a124" providerId="ADAL" clId="{0AA367D0-20A9-4589-BF11-3BD43FA0EB4A}" dt="2026-09-25T20:00:57.305" v="457" actId="164"/>
          <ac:grpSpMkLst>
            <pc:docMk/>
            <pc:sldMk cId="390176639" sldId="257"/>
            <ac:grpSpMk id="8" creationId="{E8EE3128-9DA6-8742-81FA-67076F87059C}"/>
          </ac:grpSpMkLst>
        </pc:grpChg>
        <pc:picChg chg="add mod">
          <ac:chgData name="Mohammad Hemmati" userId="5e4c8864-b60e-4c33-9ab5-79becc45a124" providerId="ADAL" clId="{0AA367D0-20A9-4589-BF11-3BD43FA0EB4A}" dt="2026-09-25T20:00:57.305" v="457" actId="164"/>
          <ac:picMkLst>
            <pc:docMk/>
            <pc:sldMk cId="390176639" sldId="257"/>
            <ac:picMk id="3" creationId="{BC063B90-DAE3-27F1-CA8B-7D46F27D4D2C}"/>
          </ac:picMkLst>
        </pc:picChg>
        <pc:picChg chg="add mod">
          <ac:chgData name="Mohammad Hemmati" userId="5e4c8864-b60e-4c33-9ab5-79becc45a124" providerId="ADAL" clId="{0AA367D0-20A9-4589-BF11-3BD43FA0EB4A}" dt="2026-09-25T20:00:57.305" v="457" actId="164"/>
          <ac:picMkLst>
            <pc:docMk/>
            <pc:sldMk cId="390176639" sldId="257"/>
            <ac:picMk id="6" creationId="{D762ECC8-9649-CB6B-B410-AC85AC46CE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B5359-C38B-4E94-A355-E80E6377B94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87563" y="1143000"/>
            <a:ext cx="2682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12A20-CC91-4C26-A5A0-F4DCBB89CB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45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B12A20-CC91-4C26-A5A0-F4DCBB89CBE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9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2374" y="2238751"/>
            <a:ext cx="10113566" cy="4762488"/>
          </a:xfrm>
        </p:spPr>
        <p:txBody>
          <a:bodyPr anchor="b"/>
          <a:lstStyle>
            <a:lvl1pPr algn="ctr">
              <a:defRPr sz="78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7289" y="7184899"/>
            <a:ext cx="8923735" cy="3302709"/>
          </a:xfrm>
        </p:spPr>
        <p:txBody>
          <a:bodyPr/>
          <a:lstStyle>
            <a:lvl1pPr marL="0" indent="0" algn="ctr">
              <a:buNone/>
              <a:defRPr sz="3123"/>
            </a:lvl1pPr>
            <a:lvl2pPr marL="594909" indent="0" algn="ctr">
              <a:buNone/>
              <a:defRPr sz="2602"/>
            </a:lvl2pPr>
            <a:lvl3pPr marL="1189817" indent="0" algn="ctr">
              <a:buNone/>
              <a:defRPr sz="2342"/>
            </a:lvl3pPr>
            <a:lvl4pPr marL="1784726" indent="0" algn="ctr">
              <a:buNone/>
              <a:defRPr sz="2082"/>
            </a:lvl4pPr>
            <a:lvl5pPr marL="2379635" indent="0" algn="ctr">
              <a:buNone/>
              <a:defRPr sz="2082"/>
            </a:lvl5pPr>
            <a:lvl6pPr marL="2974543" indent="0" algn="ctr">
              <a:buNone/>
              <a:defRPr sz="2082"/>
            </a:lvl6pPr>
            <a:lvl7pPr marL="3569452" indent="0" algn="ctr">
              <a:buNone/>
              <a:defRPr sz="2082"/>
            </a:lvl7pPr>
            <a:lvl8pPr marL="4164360" indent="0" algn="ctr">
              <a:buNone/>
              <a:defRPr sz="2082"/>
            </a:lvl8pPr>
            <a:lvl9pPr marL="4759269" indent="0" algn="ctr">
              <a:buNone/>
              <a:defRPr sz="208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18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7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813" y="3410376"/>
            <a:ext cx="10262295" cy="5690286"/>
          </a:xfrm>
        </p:spPr>
        <p:txBody>
          <a:bodyPr anchor="b"/>
          <a:lstStyle>
            <a:lvl1pPr>
              <a:defRPr sz="78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813" y="9154495"/>
            <a:ext cx="10262295" cy="2992387"/>
          </a:xfrm>
        </p:spPr>
        <p:txBody>
          <a:bodyPr/>
          <a:lstStyle>
            <a:lvl1pPr marL="0" indent="0">
              <a:buNone/>
              <a:defRPr sz="3123">
                <a:solidFill>
                  <a:schemeClr val="tx1">
                    <a:tint val="82000"/>
                  </a:schemeClr>
                </a:solidFill>
              </a:defRPr>
            </a:lvl1pPr>
            <a:lvl2pPr marL="594909" indent="0">
              <a:buNone/>
              <a:defRPr sz="2602">
                <a:solidFill>
                  <a:schemeClr val="tx1">
                    <a:tint val="82000"/>
                  </a:schemeClr>
                </a:solidFill>
              </a:defRPr>
            </a:lvl2pPr>
            <a:lvl3pPr marL="1189817" indent="0">
              <a:buNone/>
              <a:defRPr sz="2342">
                <a:solidFill>
                  <a:schemeClr val="tx1">
                    <a:tint val="82000"/>
                  </a:schemeClr>
                </a:solidFill>
              </a:defRPr>
            </a:lvl3pPr>
            <a:lvl4pPr marL="1784726" indent="0">
              <a:buNone/>
              <a:defRPr sz="2082">
                <a:solidFill>
                  <a:schemeClr val="tx1">
                    <a:tint val="82000"/>
                  </a:schemeClr>
                </a:solidFill>
              </a:defRPr>
            </a:lvl4pPr>
            <a:lvl5pPr marL="2379635" indent="0">
              <a:buNone/>
              <a:defRPr sz="2082">
                <a:solidFill>
                  <a:schemeClr val="tx1">
                    <a:tint val="82000"/>
                  </a:schemeClr>
                </a:solidFill>
              </a:defRPr>
            </a:lvl5pPr>
            <a:lvl6pPr marL="2974543" indent="0">
              <a:buNone/>
              <a:defRPr sz="2082">
                <a:solidFill>
                  <a:schemeClr val="tx1">
                    <a:tint val="82000"/>
                  </a:schemeClr>
                </a:solidFill>
              </a:defRPr>
            </a:lvl6pPr>
            <a:lvl7pPr marL="3569452" indent="0">
              <a:buNone/>
              <a:defRPr sz="2082">
                <a:solidFill>
                  <a:schemeClr val="tx1">
                    <a:tint val="82000"/>
                  </a:schemeClr>
                </a:solidFill>
              </a:defRPr>
            </a:lvl7pPr>
            <a:lvl8pPr marL="4164360" indent="0">
              <a:buNone/>
              <a:defRPr sz="2082">
                <a:solidFill>
                  <a:schemeClr val="tx1">
                    <a:tint val="82000"/>
                  </a:schemeClr>
                </a:solidFill>
              </a:defRPr>
            </a:lvl8pPr>
            <a:lvl9pPr marL="4759269" indent="0">
              <a:buNone/>
              <a:defRPr sz="20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95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009" y="3641531"/>
            <a:ext cx="5056783" cy="8679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23521" y="3641531"/>
            <a:ext cx="5056783" cy="8679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20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59" y="728309"/>
            <a:ext cx="10262295" cy="26440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560" y="3353376"/>
            <a:ext cx="5033543" cy="1643437"/>
          </a:xfrm>
        </p:spPr>
        <p:txBody>
          <a:bodyPr anchor="b"/>
          <a:lstStyle>
            <a:lvl1pPr marL="0" indent="0">
              <a:buNone/>
              <a:defRPr sz="3123" b="1"/>
            </a:lvl1pPr>
            <a:lvl2pPr marL="594909" indent="0">
              <a:buNone/>
              <a:defRPr sz="2602" b="1"/>
            </a:lvl2pPr>
            <a:lvl3pPr marL="1189817" indent="0">
              <a:buNone/>
              <a:defRPr sz="2342" b="1"/>
            </a:lvl3pPr>
            <a:lvl4pPr marL="1784726" indent="0">
              <a:buNone/>
              <a:defRPr sz="2082" b="1"/>
            </a:lvl4pPr>
            <a:lvl5pPr marL="2379635" indent="0">
              <a:buNone/>
              <a:defRPr sz="2082" b="1"/>
            </a:lvl5pPr>
            <a:lvl6pPr marL="2974543" indent="0">
              <a:buNone/>
              <a:defRPr sz="2082" b="1"/>
            </a:lvl6pPr>
            <a:lvl7pPr marL="3569452" indent="0">
              <a:buNone/>
              <a:defRPr sz="2082" b="1"/>
            </a:lvl7pPr>
            <a:lvl8pPr marL="4164360" indent="0">
              <a:buNone/>
              <a:defRPr sz="2082" b="1"/>
            </a:lvl8pPr>
            <a:lvl9pPr marL="4759269" indent="0">
              <a:buNone/>
              <a:defRPr sz="20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560" y="4996813"/>
            <a:ext cx="5033543" cy="7349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23521" y="3353376"/>
            <a:ext cx="5058333" cy="1643437"/>
          </a:xfrm>
        </p:spPr>
        <p:txBody>
          <a:bodyPr anchor="b"/>
          <a:lstStyle>
            <a:lvl1pPr marL="0" indent="0">
              <a:buNone/>
              <a:defRPr sz="3123" b="1"/>
            </a:lvl1pPr>
            <a:lvl2pPr marL="594909" indent="0">
              <a:buNone/>
              <a:defRPr sz="2602" b="1"/>
            </a:lvl2pPr>
            <a:lvl3pPr marL="1189817" indent="0">
              <a:buNone/>
              <a:defRPr sz="2342" b="1"/>
            </a:lvl3pPr>
            <a:lvl4pPr marL="1784726" indent="0">
              <a:buNone/>
              <a:defRPr sz="2082" b="1"/>
            </a:lvl4pPr>
            <a:lvl5pPr marL="2379635" indent="0">
              <a:buNone/>
              <a:defRPr sz="2082" b="1"/>
            </a:lvl5pPr>
            <a:lvl6pPr marL="2974543" indent="0">
              <a:buNone/>
              <a:defRPr sz="2082" b="1"/>
            </a:lvl6pPr>
            <a:lvl7pPr marL="3569452" indent="0">
              <a:buNone/>
              <a:defRPr sz="2082" b="1"/>
            </a:lvl7pPr>
            <a:lvl8pPr marL="4164360" indent="0">
              <a:buNone/>
              <a:defRPr sz="2082" b="1"/>
            </a:lvl8pPr>
            <a:lvl9pPr marL="4759269" indent="0">
              <a:buNone/>
              <a:defRPr sz="20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23521" y="4996813"/>
            <a:ext cx="5058333" cy="7349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94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73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37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59" y="911966"/>
            <a:ext cx="3837516" cy="3191881"/>
          </a:xfrm>
        </p:spPr>
        <p:txBody>
          <a:bodyPr anchor="b"/>
          <a:lstStyle>
            <a:lvl1pPr>
              <a:defRPr sz="41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8333" y="1969596"/>
            <a:ext cx="6023521" cy="9721303"/>
          </a:xfrm>
        </p:spPr>
        <p:txBody>
          <a:bodyPr/>
          <a:lstStyle>
            <a:lvl1pPr>
              <a:defRPr sz="4164"/>
            </a:lvl1pPr>
            <a:lvl2pPr>
              <a:defRPr sz="3643"/>
            </a:lvl2pPr>
            <a:lvl3pPr>
              <a:defRPr sz="3123"/>
            </a:lvl3pPr>
            <a:lvl4pPr>
              <a:defRPr sz="2602"/>
            </a:lvl4pPr>
            <a:lvl5pPr>
              <a:defRPr sz="2602"/>
            </a:lvl5pPr>
            <a:lvl6pPr>
              <a:defRPr sz="2602"/>
            </a:lvl6pPr>
            <a:lvl7pPr>
              <a:defRPr sz="2602"/>
            </a:lvl7pPr>
            <a:lvl8pPr>
              <a:defRPr sz="2602"/>
            </a:lvl8pPr>
            <a:lvl9pPr>
              <a:defRPr sz="2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9559" y="4103846"/>
            <a:ext cx="3837516" cy="7602883"/>
          </a:xfrm>
        </p:spPr>
        <p:txBody>
          <a:bodyPr/>
          <a:lstStyle>
            <a:lvl1pPr marL="0" indent="0">
              <a:buNone/>
              <a:defRPr sz="2082"/>
            </a:lvl1pPr>
            <a:lvl2pPr marL="594909" indent="0">
              <a:buNone/>
              <a:defRPr sz="1822"/>
            </a:lvl2pPr>
            <a:lvl3pPr marL="1189817" indent="0">
              <a:buNone/>
              <a:defRPr sz="1561"/>
            </a:lvl3pPr>
            <a:lvl4pPr marL="1784726" indent="0">
              <a:buNone/>
              <a:defRPr sz="1301"/>
            </a:lvl4pPr>
            <a:lvl5pPr marL="2379635" indent="0">
              <a:buNone/>
              <a:defRPr sz="1301"/>
            </a:lvl5pPr>
            <a:lvl6pPr marL="2974543" indent="0">
              <a:buNone/>
              <a:defRPr sz="1301"/>
            </a:lvl6pPr>
            <a:lvl7pPr marL="3569452" indent="0">
              <a:buNone/>
              <a:defRPr sz="1301"/>
            </a:lvl7pPr>
            <a:lvl8pPr marL="4164360" indent="0">
              <a:buNone/>
              <a:defRPr sz="1301"/>
            </a:lvl8pPr>
            <a:lvl9pPr marL="4759269" indent="0">
              <a:buNone/>
              <a:defRPr sz="13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23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59" y="911966"/>
            <a:ext cx="3837516" cy="3191881"/>
          </a:xfrm>
        </p:spPr>
        <p:txBody>
          <a:bodyPr anchor="b"/>
          <a:lstStyle>
            <a:lvl1pPr>
              <a:defRPr sz="41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8333" y="1969596"/>
            <a:ext cx="6023521" cy="9721303"/>
          </a:xfrm>
        </p:spPr>
        <p:txBody>
          <a:bodyPr anchor="t"/>
          <a:lstStyle>
            <a:lvl1pPr marL="0" indent="0">
              <a:buNone/>
              <a:defRPr sz="4164"/>
            </a:lvl1pPr>
            <a:lvl2pPr marL="594909" indent="0">
              <a:buNone/>
              <a:defRPr sz="3643"/>
            </a:lvl2pPr>
            <a:lvl3pPr marL="1189817" indent="0">
              <a:buNone/>
              <a:defRPr sz="3123"/>
            </a:lvl3pPr>
            <a:lvl4pPr marL="1784726" indent="0">
              <a:buNone/>
              <a:defRPr sz="2602"/>
            </a:lvl4pPr>
            <a:lvl5pPr marL="2379635" indent="0">
              <a:buNone/>
              <a:defRPr sz="2602"/>
            </a:lvl5pPr>
            <a:lvl6pPr marL="2974543" indent="0">
              <a:buNone/>
              <a:defRPr sz="2602"/>
            </a:lvl6pPr>
            <a:lvl7pPr marL="3569452" indent="0">
              <a:buNone/>
              <a:defRPr sz="2602"/>
            </a:lvl7pPr>
            <a:lvl8pPr marL="4164360" indent="0">
              <a:buNone/>
              <a:defRPr sz="2602"/>
            </a:lvl8pPr>
            <a:lvl9pPr marL="4759269" indent="0">
              <a:buNone/>
              <a:defRPr sz="2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9559" y="4103846"/>
            <a:ext cx="3837516" cy="7602883"/>
          </a:xfrm>
        </p:spPr>
        <p:txBody>
          <a:bodyPr/>
          <a:lstStyle>
            <a:lvl1pPr marL="0" indent="0">
              <a:buNone/>
              <a:defRPr sz="2082"/>
            </a:lvl1pPr>
            <a:lvl2pPr marL="594909" indent="0">
              <a:buNone/>
              <a:defRPr sz="1822"/>
            </a:lvl2pPr>
            <a:lvl3pPr marL="1189817" indent="0">
              <a:buNone/>
              <a:defRPr sz="1561"/>
            </a:lvl3pPr>
            <a:lvl4pPr marL="1784726" indent="0">
              <a:buNone/>
              <a:defRPr sz="1301"/>
            </a:lvl4pPr>
            <a:lvl5pPr marL="2379635" indent="0">
              <a:buNone/>
              <a:defRPr sz="1301"/>
            </a:lvl5pPr>
            <a:lvl6pPr marL="2974543" indent="0">
              <a:buNone/>
              <a:defRPr sz="1301"/>
            </a:lvl6pPr>
            <a:lvl7pPr marL="3569452" indent="0">
              <a:buNone/>
              <a:defRPr sz="1301"/>
            </a:lvl7pPr>
            <a:lvl8pPr marL="4164360" indent="0">
              <a:buNone/>
              <a:defRPr sz="1301"/>
            </a:lvl8pPr>
            <a:lvl9pPr marL="4759269" indent="0">
              <a:buNone/>
              <a:defRPr sz="13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880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85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14731" y="728306"/>
            <a:ext cx="2565574" cy="115927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010" y="728306"/>
            <a:ext cx="7547992" cy="115927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81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009" y="728309"/>
            <a:ext cx="10262295" cy="264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009" y="3641531"/>
            <a:ext cx="10262295" cy="867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8009" y="12678862"/>
            <a:ext cx="2677120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1B014-392C-4F86-B190-7F47A2516227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1316" y="12678862"/>
            <a:ext cx="4015681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3184" y="12678862"/>
            <a:ext cx="2677120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92B5C-9FC4-449A-A537-65CA0DDB4B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189817" rtl="0" eaLnBrk="1" latinLnBrk="0" hangingPunct="1">
        <a:lnSpc>
          <a:spcPct val="90000"/>
        </a:lnSpc>
        <a:spcBef>
          <a:spcPct val="0"/>
        </a:spcBef>
        <a:buNone/>
        <a:defRPr sz="57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454" indent="-297454" algn="l" defTabSz="1189817" rtl="0" eaLnBrk="1" latinLnBrk="0" hangingPunct="1">
        <a:lnSpc>
          <a:spcPct val="90000"/>
        </a:lnSpc>
        <a:spcBef>
          <a:spcPts val="1301"/>
        </a:spcBef>
        <a:buFont typeface="Arial" panose="020B0604020202020204" pitchFamily="34" charset="0"/>
        <a:buChar char="•"/>
        <a:defRPr sz="3643" kern="1200">
          <a:solidFill>
            <a:schemeClr val="tx1"/>
          </a:solidFill>
          <a:latin typeface="+mn-lt"/>
          <a:ea typeface="+mn-ea"/>
          <a:cs typeface="+mn-cs"/>
        </a:defRPr>
      </a:lvl1pPr>
      <a:lvl2pPr marL="892363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3123" kern="1200">
          <a:solidFill>
            <a:schemeClr val="tx1"/>
          </a:solidFill>
          <a:latin typeface="+mn-lt"/>
          <a:ea typeface="+mn-ea"/>
          <a:cs typeface="+mn-cs"/>
        </a:defRPr>
      </a:lvl2pPr>
      <a:lvl3pPr marL="1487272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3pPr>
      <a:lvl4pPr marL="2082180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42" kern="1200">
          <a:solidFill>
            <a:schemeClr val="tx1"/>
          </a:solidFill>
          <a:latin typeface="+mn-lt"/>
          <a:ea typeface="+mn-ea"/>
          <a:cs typeface="+mn-cs"/>
        </a:defRPr>
      </a:lvl4pPr>
      <a:lvl5pPr marL="2677089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42" kern="1200">
          <a:solidFill>
            <a:schemeClr val="tx1"/>
          </a:solidFill>
          <a:latin typeface="+mn-lt"/>
          <a:ea typeface="+mn-ea"/>
          <a:cs typeface="+mn-cs"/>
        </a:defRPr>
      </a:lvl5pPr>
      <a:lvl6pPr marL="3271998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42" kern="1200">
          <a:solidFill>
            <a:schemeClr val="tx1"/>
          </a:solidFill>
          <a:latin typeface="+mn-lt"/>
          <a:ea typeface="+mn-ea"/>
          <a:cs typeface="+mn-cs"/>
        </a:defRPr>
      </a:lvl6pPr>
      <a:lvl7pPr marL="3866906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42" kern="1200">
          <a:solidFill>
            <a:schemeClr val="tx1"/>
          </a:solidFill>
          <a:latin typeface="+mn-lt"/>
          <a:ea typeface="+mn-ea"/>
          <a:cs typeface="+mn-cs"/>
        </a:defRPr>
      </a:lvl7pPr>
      <a:lvl8pPr marL="4461815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42" kern="1200">
          <a:solidFill>
            <a:schemeClr val="tx1"/>
          </a:solidFill>
          <a:latin typeface="+mn-lt"/>
          <a:ea typeface="+mn-ea"/>
          <a:cs typeface="+mn-cs"/>
        </a:defRPr>
      </a:lvl8pPr>
      <a:lvl9pPr marL="5056723" indent="-297454" algn="l" defTabSz="1189817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1pPr>
      <a:lvl2pPr marL="594909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2pPr>
      <a:lvl3pPr marL="1189817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3pPr>
      <a:lvl4pPr marL="1784726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4pPr>
      <a:lvl5pPr marL="2379635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5pPr>
      <a:lvl6pPr marL="2974543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6pPr>
      <a:lvl7pPr marL="3569452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7pPr>
      <a:lvl8pPr marL="4164360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8pPr>
      <a:lvl9pPr marL="4759269" algn="l" defTabSz="1189817" rtl="0" eaLnBrk="1" latinLnBrk="0" hangingPunct="1">
        <a:defRPr sz="23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CC79232-5CBD-6AD5-31C2-1B8397442616}"/>
              </a:ext>
            </a:extLst>
          </p:cNvPr>
          <p:cNvGrpSpPr/>
          <p:nvPr/>
        </p:nvGrpSpPr>
        <p:grpSpPr>
          <a:xfrm>
            <a:off x="0" y="55824"/>
            <a:ext cx="11949131" cy="13871194"/>
            <a:chOff x="0" y="55824"/>
            <a:chExt cx="11949131" cy="1387119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68F3E91-778D-C941-8082-C38AAE1BD044}"/>
                </a:ext>
              </a:extLst>
            </p:cNvPr>
            <p:cNvGrpSpPr/>
            <p:nvPr/>
          </p:nvGrpSpPr>
          <p:grpSpPr>
            <a:xfrm>
              <a:off x="0" y="55824"/>
              <a:ext cx="11949131" cy="11401931"/>
              <a:chOff x="0" y="55824"/>
              <a:chExt cx="11949131" cy="1140193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31C8B3C-76F9-2F13-D680-59E60E9866FE}"/>
                  </a:ext>
                </a:extLst>
              </p:cNvPr>
              <p:cNvGrpSpPr/>
              <p:nvPr/>
            </p:nvGrpSpPr>
            <p:grpSpPr>
              <a:xfrm>
                <a:off x="0" y="55824"/>
                <a:ext cx="11733202" cy="11401931"/>
                <a:chOff x="0" y="55824"/>
                <a:chExt cx="11733202" cy="11401931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D21D5122-7682-22A7-57E9-8C5B6B9ADD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418" y="3869209"/>
                  <a:ext cx="11580784" cy="6979016"/>
                </a:xfrm>
                <a:prstGeom prst="rect">
                  <a:avLst/>
                </a:prstGeom>
              </p:spPr>
            </p:pic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5D3741D-2667-589F-FE6A-FACCD70216E0}"/>
                    </a:ext>
                  </a:extLst>
                </p:cNvPr>
                <p:cNvGrpSpPr/>
                <p:nvPr/>
              </p:nvGrpSpPr>
              <p:grpSpPr>
                <a:xfrm>
                  <a:off x="0" y="55824"/>
                  <a:ext cx="5206501" cy="11401931"/>
                  <a:chOff x="0" y="55824"/>
                  <a:chExt cx="5206501" cy="11401931"/>
                </a:xfrm>
              </p:grpSpPr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C8233C7F-FADF-6DB3-F9BE-2F0B0C5BDE23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55824"/>
                    <a:ext cx="47108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800" b="1" dirty="0">
                        <a:latin typeface="Arabic "/>
                        <a:cs typeface="Arial" panose="020B0604020202020204" pitchFamily="34" charset="0"/>
                      </a:rPr>
                      <a:t>a</a:t>
                    </a:r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458D74C7-26C3-92D1-FA91-0EE79E60D306}"/>
                      </a:ext>
                    </a:extLst>
                  </p:cNvPr>
                  <p:cNvSpPr txBox="1"/>
                  <p:nvPr/>
                </p:nvSpPr>
                <p:spPr>
                  <a:xfrm>
                    <a:off x="50818" y="3765314"/>
                    <a:ext cx="47108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800" b="1" dirty="0">
                        <a:latin typeface="Arabic "/>
                        <a:cs typeface="Arial" panose="020B0604020202020204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059B657-AE65-4ED2-3397-7403BAA18BF8}"/>
                      </a:ext>
                    </a:extLst>
                  </p:cNvPr>
                  <p:cNvSpPr txBox="1"/>
                  <p:nvPr/>
                </p:nvSpPr>
                <p:spPr>
                  <a:xfrm>
                    <a:off x="471084" y="7097107"/>
                    <a:ext cx="47108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800" b="1" dirty="0">
                        <a:latin typeface="Arabic "/>
                        <a:cs typeface="Arial" panose="020B060402020202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0C1AAB4-E4E7-C836-0EFB-9E0A101352C6}"/>
                      </a:ext>
                    </a:extLst>
                  </p:cNvPr>
                  <p:cNvSpPr txBox="1"/>
                  <p:nvPr/>
                </p:nvSpPr>
                <p:spPr>
                  <a:xfrm>
                    <a:off x="4735417" y="4095298"/>
                    <a:ext cx="47108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800" b="1" dirty="0">
                        <a:latin typeface="Arabic "/>
                        <a:cs typeface="Arial" panose="020B0604020202020204" pitchFamily="34" charset="0"/>
                      </a:rPr>
                      <a:t>d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1C322A04-3A29-71E3-55E7-2D77E92BFACE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574" y="7097107"/>
                    <a:ext cx="47108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800" b="1" dirty="0">
                        <a:latin typeface="Arabic 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4185EFA-195D-0A74-DA29-C153C11265E4}"/>
                      </a:ext>
                    </a:extLst>
                  </p:cNvPr>
                  <p:cNvSpPr txBox="1"/>
                  <p:nvPr/>
                </p:nvSpPr>
                <p:spPr>
                  <a:xfrm>
                    <a:off x="1309858" y="10934535"/>
                    <a:ext cx="47108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800" b="1" dirty="0">
                        <a:latin typeface="Arabic "/>
                        <a:cs typeface="Arial" panose="020B0604020202020204" pitchFamily="34" charset="0"/>
                      </a:rPr>
                      <a:t>f</a:t>
                    </a:r>
                  </a:p>
                </p:txBody>
              </p:sp>
            </p:grpSp>
          </p:grp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ABC6387-9C26-AD0B-C50F-63510F49D5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818" y="291606"/>
                <a:ext cx="11898313" cy="3242770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414D209-6738-73BC-DD78-A46E37CDA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9210" y="10695089"/>
              <a:ext cx="10206088" cy="3231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8069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8EE3128-9DA6-8742-81FA-67076F87059C}"/>
              </a:ext>
            </a:extLst>
          </p:cNvPr>
          <p:cNvGrpSpPr/>
          <p:nvPr/>
        </p:nvGrpSpPr>
        <p:grpSpPr>
          <a:xfrm>
            <a:off x="-205721" y="59203"/>
            <a:ext cx="12120063" cy="12002167"/>
            <a:chOff x="-205721" y="59203"/>
            <a:chExt cx="12120063" cy="1200216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4B2041-4E7F-8DA7-468A-30B60F91BAB0}"/>
                </a:ext>
              </a:extLst>
            </p:cNvPr>
            <p:cNvSpPr txBox="1"/>
            <p:nvPr/>
          </p:nvSpPr>
          <p:spPr>
            <a:xfrm>
              <a:off x="52755" y="7537689"/>
              <a:ext cx="471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latin typeface="Arabic "/>
                  <a:cs typeface="Arial" panose="020B0604020202020204" pitchFamily="34" charset="0"/>
                </a:rPr>
                <a:t>e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063B90-DAE3-27F1-CA8B-7D46F27D4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089923"/>
              <a:ext cx="11914342" cy="397144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62ECC8-9649-CB6B-B410-AC85AC46C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5721" y="59203"/>
              <a:ext cx="12082262" cy="7551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17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2019</TotalTime>
  <Words>8</Words>
  <Application>Microsoft Office PowerPoint</Application>
  <PresentationFormat>Custom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Arabic 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2026-08-23T23:23:08Z</dcterms:created>
  <dcterms:modified xsi:type="dcterms:W3CDTF">2026-10-03T11:32:58Z</dcterms:modified>
</cp:coreProperties>
</file>