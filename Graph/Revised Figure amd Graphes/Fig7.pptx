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312275" cy="12671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83D9E-9855-49BD-AFD2-D10D1E65D493}" v="6" dt="2026-09-26T21:13:07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236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">
      <pc:chgData name="Mohammad Hemmati" userId="5e4c8864-b60e-4c33-9ab5-79becc45a124" providerId="ADAL" clId="{0AA367D0-20A9-4589-BF11-3BD43FA0EB4A}" dt="2026-09-26T21:13:07.250" v="111" actId="164"/>
      <pc:docMkLst>
        <pc:docMk/>
      </pc:docMkLst>
      <pc:sldChg chg="addSp delSp modSp mod">
        <pc:chgData name="Mohammad Hemmati" userId="5e4c8864-b60e-4c33-9ab5-79becc45a124" providerId="ADAL" clId="{0AA367D0-20A9-4589-BF11-3BD43FA0EB4A}" dt="2026-09-26T21:13:07.250" v="111" actId="164"/>
        <pc:sldMkLst>
          <pc:docMk/>
          <pc:sldMk cId="799001560" sldId="256"/>
        </pc:sldMkLst>
        <pc:spChg chg="mod">
          <ac:chgData name="Mohammad Hemmati" userId="5e4c8864-b60e-4c33-9ab5-79becc45a124" providerId="ADAL" clId="{0AA367D0-20A9-4589-BF11-3BD43FA0EB4A}" dt="2026-09-26T18:18:07.845" v="80" actId="1035"/>
          <ac:spMkLst>
            <pc:docMk/>
            <pc:sldMk cId="799001560" sldId="256"/>
            <ac:spMk id="10" creationId="{71988850-AE5A-766B-2BC2-80D82F913BB8}"/>
          </ac:spMkLst>
        </pc:spChg>
        <pc:spChg chg="mod">
          <ac:chgData name="Mohammad Hemmati" userId="5e4c8864-b60e-4c33-9ab5-79becc45a124" providerId="ADAL" clId="{0AA367D0-20A9-4589-BF11-3BD43FA0EB4A}" dt="2026-09-26T21:13:04.384" v="110" actId="1036"/>
          <ac:spMkLst>
            <pc:docMk/>
            <pc:sldMk cId="799001560" sldId="256"/>
            <ac:spMk id="12" creationId="{FB7CCEF7-1560-3ECD-1384-99E416AE5D14}"/>
          </ac:spMkLst>
        </pc:spChg>
        <pc:grpChg chg="add mod">
          <ac:chgData name="Mohammad Hemmati" userId="5e4c8864-b60e-4c33-9ab5-79becc45a124" providerId="ADAL" clId="{0AA367D0-20A9-4589-BF11-3BD43FA0EB4A}" dt="2026-09-25T18:03:23.359" v="35" actId="164"/>
          <ac:grpSpMkLst>
            <pc:docMk/>
            <pc:sldMk cId="799001560" sldId="256"/>
            <ac:grpSpMk id="4" creationId="{725EDAA6-17E0-275D-EAC4-B758006CEF93}"/>
          </ac:grpSpMkLst>
        </pc:grpChg>
        <pc:grpChg chg="add mod topLvl">
          <ac:chgData name="Mohammad Hemmati" userId="5e4c8864-b60e-4c33-9ab5-79becc45a124" providerId="ADAL" clId="{0AA367D0-20A9-4589-BF11-3BD43FA0EB4A}" dt="2026-09-26T21:13:07.250" v="111" actId="164"/>
          <ac:grpSpMkLst>
            <pc:docMk/>
            <pc:sldMk cId="799001560" sldId="256"/>
            <ac:grpSpMk id="5" creationId="{C78EBC28-A32F-7F72-5C10-727AF35F20BA}"/>
          </ac:grpSpMkLst>
        </pc:grpChg>
        <pc:grpChg chg="add del mod">
          <ac:chgData name="Mohammad Hemmati" userId="5e4c8864-b60e-4c33-9ab5-79becc45a124" providerId="ADAL" clId="{0AA367D0-20A9-4589-BF11-3BD43FA0EB4A}" dt="2026-09-26T21:11:56.239" v="82" actId="478"/>
          <ac:grpSpMkLst>
            <pc:docMk/>
            <pc:sldMk cId="799001560" sldId="256"/>
            <ac:grpSpMk id="6" creationId="{8CD6B9A8-C068-3F29-FA41-56C1AFE0DE3F}"/>
          </ac:grpSpMkLst>
        </pc:grpChg>
        <pc:grpChg chg="add mod">
          <ac:chgData name="Mohammad Hemmati" userId="5e4c8864-b60e-4c33-9ab5-79becc45a124" providerId="ADAL" clId="{0AA367D0-20A9-4589-BF11-3BD43FA0EB4A}" dt="2026-09-26T21:13:07.250" v="111" actId="164"/>
          <ac:grpSpMkLst>
            <pc:docMk/>
            <pc:sldMk cId="799001560" sldId="256"/>
            <ac:grpSpMk id="8" creationId="{BBB3A7F4-8BE4-F8E3-94BC-BCB1F23F5481}"/>
          </ac:grpSpMkLst>
        </pc:grpChg>
        <pc:grpChg chg="mod">
          <ac:chgData name="Mohammad Hemmati" userId="5e4c8864-b60e-4c33-9ab5-79becc45a124" providerId="ADAL" clId="{0AA367D0-20A9-4589-BF11-3BD43FA0EB4A}" dt="2026-09-25T18:03:23.359" v="35" actId="164"/>
          <ac:grpSpMkLst>
            <pc:docMk/>
            <pc:sldMk cId="799001560" sldId="256"/>
            <ac:grpSpMk id="13" creationId="{12B1EF98-16BC-A10A-A980-9E23C15199E2}"/>
          </ac:grpSpMkLst>
        </pc:grpChg>
        <pc:grpChg chg="del mod">
          <ac:chgData name="Mohammad Hemmati" userId="5e4c8864-b60e-4c33-9ab5-79becc45a124" providerId="ADAL" clId="{0AA367D0-20A9-4589-BF11-3BD43FA0EB4A}" dt="2026-09-26T18:15:30.857" v="37" actId="478"/>
          <ac:grpSpMkLst>
            <pc:docMk/>
            <pc:sldMk cId="799001560" sldId="256"/>
            <ac:grpSpMk id="16" creationId="{52557BA5-8143-0746-7B23-A50F5969CD9C}"/>
          </ac:grpSpMkLst>
        </pc:grpChg>
        <pc:picChg chg="add mod">
          <ac:chgData name="Mohammad Hemmati" userId="5e4c8864-b60e-4c33-9ab5-79becc45a124" providerId="ADAL" clId="{0AA367D0-20A9-4589-BF11-3BD43FA0EB4A}" dt="2026-09-26T21:12:53.912" v="91" actId="1036"/>
          <ac:picMkLst>
            <pc:docMk/>
            <pc:sldMk cId="799001560" sldId="256"/>
            <ac:picMk id="3" creationId="{C03B8AAD-C496-BA68-D671-EAD8E666B0D5}"/>
          </ac:picMkLst>
        </pc:picChg>
        <pc:picChg chg="add del mod ord topLvl">
          <ac:chgData name="Mohammad Hemmati" userId="5e4c8864-b60e-4c33-9ab5-79becc45a124" providerId="ADAL" clId="{0AA367D0-20A9-4589-BF11-3BD43FA0EB4A}" dt="2026-09-26T21:11:56.239" v="82" actId="478"/>
          <ac:picMkLst>
            <pc:docMk/>
            <pc:sldMk cId="799001560" sldId="256"/>
            <ac:picMk id="4" creationId="{06A69DA0-5595-AC16-2992-A5981889FC6C}"/>
          </ac:picMkLst>
        </pc:picChg>
        <pc:picChg chg="del">
          <ac:chgData name="Mohammad Hemmati" userId="5e4c8864-b60e-4c33-9ab5-79becc45a124" providerId="ADAL" clId="{0AA367D0-20A9-4589-BF11-3BD43FA0EB4A}" dt="2026-09-25T18:02:06.491" v="0" actId="478"/>
          <ac:picMkLst>
            <pc:docMk/>
            <pc:sldMk cId="799001560" sldId="256"/>
            <ac:picMk id="7" creationId="{6843CCEA-3ACD-10BF-CD38-47FEB296F61D}"/>
          </ac:picMkLst>
        </pc:picChg>
        <pc:picChg chg="add mod">
          <ac:chgData name="Mohammad Hemmati" userId="5e4c8864-b60e-4c33-9ab5-79becc45a124" providerId="ADAL" clId="{0AA367D0-20A9-4589-BF11-3BD43FA0EB4A}" dt="2026-09-26T21:13:07.250" v="111" actId="164"/>
          <ac:picMkLst>
            <pc:docMk/>
            <pc:sldMk cId="799001560" sldId="256"/>
            <ac:picMk id="7" creationId="{813CD024-3CBA-1345-5C76-76F27AFEDBBB}"/>
          </ac:picMkLst>
        </pc:picChg>
        <pc:picChg chg="del mod">
          <ac:chgData name="Mohammad Hemmati" userId="5e4c8864-b60e-4c33-9ab5-79becc45a124" providerId="ADAL" clId="{0AA367D0-20A9-4589-BF11-3BD43FA0EB4A}" dt="2026-09-26T18:15:30.857" v="37" actId="478"/>
          <ac:picMkLst>
            <pc:docMk/>
            <pc:sldMk cId="799001560" sldId="256"/>
            <ac:picMk id="15" creationId="{A8C69503-F8E7-0612-6A01-6B111E1B76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421" y="2073774"/>
            <a:ext cx="7915434" cy="4411533"/>
          </a:xfrm>
        </p:spPr>
        <p:txBody>
          <a:bodyPr anchor="b"/>
          <a:lstStyle>
            <a:lvl1pPr algn="ctr">
              <a:defRPr sz="61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035" y="6655432"/>
            <a:ext cx="6984206" cy="3059327"/>
          </a:xfrm>
        </p:spPr>
        <p:txBody>
          <a:bodyPr/>
          <a:lstStyle>
            <a:lvl1pPr marL="0" indent="0" algn="ctr">
              <a:buNone/>
              <a:defRPr sz="2444"/>
            </a:lvl1pPr>
            <a:lvl2pPr marL="465612" indent="0" algn="ctr">
              <a:buNone/>
              <a:defRPr sz="2037"/>
            </a:lvl2pPr>
            <a:lvl3pPr marL="931225" indent="0" algn="ctr">
              <a:buNone/>
              <a:defRPr sz="1833"/>
            </a:lvl3pPr>
            <a:lvl4pPr marL="1396837" indent="0" algn="ctr">
              <a:buNone/>
              <a:defRPr sz="1629"/>
            </a:lvl4pPr>
            <a:lvl5pPr marL="1862450" indent="0" algn="ctr">
              <a:buNone/>
              <a:defRPr sz="1629"/>
            </a:lvl5pPr>
            <a:lvl6pPr marL="2328062" indent="0" algn="ctr">
              <a:buNone/>
              <a:defRPr sz="1629"/>
            </a:lvl6pPr>
            <a:lvl7pPr marL="2793675" indent="0" algn="ctr">
              <a:buNone/>
              <a:defRPr sz="1629"/>
            </a:lvl7pPr>
            <a:lvl8pPr marL="3259287" indent="0" algn="ctr">
              <a:buNone/>
              <a:defRPr sz="1629"/>
            </a:lvl8pPr>
            <a:lvl9pPr marL="3724900" indent="0" algn="ctr">
              <a:buNone/>
              <a:defRPr sz="162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85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359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369" y="3159060"/>
            <a:ext cx="8031837" cy="5270960"/>
          </a:xfrm>
        </p:spPr>
        <p:txBody>
          <a:bodyPr anchor="b"/>
          <a:lstStyle>
            <a:lvl1pPr>
              <a:defRPr sz="61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369" y="8479886"/>
            <a:ext cx="8031837" cy="2771873"/>
          </a:xfrm>
        </p:spPr>
        <p:txBody>
          <a:bodyPr/>
          <a:lstStyle>
            <a:lvl1pPr marL="0" indent="0">
              <a:buNone/>
              <a:defRPr sz="2444">
                <a:solidFill>
                  <a:schemeClr val="tx1">
                    <a:tint val="82000"/>
                  </a:schemeClr>
                </a:solidFill>
              </a:defRPr>
            </a:lvl1pPr>
            <a:lvl2pPr marL="465612" indent="0">
              <a:buNone/>
              <a:defRPr sz="2037">
                <a:solidFill>
                  <a:schemeClr val="tx1">
                    <a:tint val="82000"/>
                  </a:schemeClr>
                </a:solidFill>
              </a:defRPr>
            </a:lvl2pPr>
            <a:lvl3pPr marL="931225" indent="0">
              <a:buNone/>
              <a:defRPr sz="1833">
                <a:solidFill>
                  <a:schemeClr val="tx1">
                    <a:tint val="82000"/>
                  </a:schemeClr>
                </a:solidFill>
              </a:defRPr>
            </a:lvl3pPr>
            <a:lvl4pPr marL="1396837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4pPr>
            <a:lvl5pPr marL="1862450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5pPr>
            <a:lvl6pPr marL="2328062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6pPr>
            <a:lvl7pPr marL="2793675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7pPr>
            <a:lvl8pPr marL="3259287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8pPr>
            <a:lvl9pPr marL="3724900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14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219" y="3373180"/>
            <a:ext cx="3957717" cy="80399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4339" y="3373180"/>
            <a:ext cx="3957717" cy="80399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33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674639"/>
            <a:ext cx="8031837" cy="24492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1433" y="3106260"/>
            <a:ext cx="3939528" cy="1522330"/>
          </a:xfrm>
        </p:spPr>
        <p:txBody>
          <a:bodyPr anchor="b"/>
          <a:lstStyle>
            <a:lvl1pPr marL="0" indent="0">
              <a:buNone/>
              <a:defRPr sz="2444" b="1"/>
            </a:lvl1pPr>
            <a:lvl2pPr marL="465612" indent="0">
              <a:buNone/>
              <a:defRPr sz="2037" b="1"/>
            </a:lvl2pPr>
            <a:lvl3pPr marL="931225" indent="0">
              <a:buNone/>
              <a:defRPr sz="1833" b="1"/>
            </a:lvl3pPr>
            <a:lvl4pPr marL="1396837" indent="0">
              <a:buNone/>
              <a:defRPr sz="1629" b="1"/>
            </a:lvl4pPr>
            <a:lvl5pPr marL="1862450" indent="0">
              <a:buNone/>
              <a:defRPr sz="1629" b="1"/>
            </a:lvl5pPr>
            <a:lvl6pPr marL="2328062" indent="0">
              <a:buNone/>
              <a:defRPr sz="1629" b="1"/>
            </a:lvl6pPr>
            <a:lvl7pPr marL="2793675" indent="0">
              <a:buNone/>
              <a:defRPr sz="1629" b="1"/>
            </a:lvl7pPr>
            <a:lvl8pPr marL="3259287" indent="0">
              <a:buNone/>
              <a:defRPr sz="1629" b="1"/>
            </a:lvl8pPr>
            <a:lvl9pPr marL="3724900" indent="0">
              <a:buNone/>
              <a:defRPr sz="162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433" y="4628590"/>
            <a:ext cx="3939528" cy="68079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4340" y="3106260"/>
            <a:ext cx="3958930" cy="1522330"/>
          </a:xfrm>
        </p:spPr>
        <p:txBody>
          <a:bodyPr anchor="b"/>
          <a:lstStyle>
            <a:lvl1pPr marL="0" indent="0">
              <a:buNone/>
              <a:defRPr sz="2444" b="1"/>
            </a:lvl1pPr>
            <a:lvl2pPr marL="465612" indent="0">
              <a:buNone/>
              <a:defRPr sz="2037" b="1"/>
            </a:lvl2pPr>
            <a:lvl3pPr marL="931225" indent="0">
              <a:buNone/>
              <a:defRPr sz="1833" b="1"/>
            </a:lvl3pPr>
            <a:lvl4pPr marL="1396837" indent="0">
              <a:buNone/>
              <a:defRPr sz="1629" b="1"/>
            </a:lvl4pPr>
            <a:lvl5pPr marL="1862450" indent="0">
              <a:buNone/>
              <a:defRPr sz="1629" b="1"/>
            </a:lvl5pPr>
            <a:lvl6pPr marL="2328062" indent="0">
              <a:buNone/>
              <a:defRPr sz="1629" b="1"/>
            </a:lvl6pPr>
            <a:lvl7pPr marL="2793675" indent="0">
              <a:buNone/>
              <a:defRPr sz="1629" b="1"/>
            </a:lvl7pPr>
            <a:lvl8pPr marL="3259287" indent="0">
              <a:buNone/>
              <a:defRPr sz="1629" b="1"/>
            </a:lvl8pPr>
            <a:lvl9pPr marL="3724900" indent="0">
              <a:buNone/>
              <a:defRPr sz="162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4340" y="4628590"/>
            <a:ext cx="3958930" cy="68079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98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934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82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844762"/>
            <a:ext cx="3003451" cy="2956666"/>
          </a:xfrm>
        </p:spPr>
        <p:txBody>
          <a:bodyPr anchor="b"/>
          <a:lstStyle>
            <a:lvl1pPr>
              <a:defRPr sz="32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930" y="1824453"/>
            <a:ext cx="4714339" cy="9004925"/>
          </a:xfrm>
        </p:spPr>
        <p:txBody>
          <a:bodyPr/>
          <a:lstStyle>
            <a:lvl1pPr>
              <a:defRPr sz="3259"/>
            </a:lvl1pPr>
            <a:lvl2pPr>
              <a:defRPr sz="2852"/>
            </a:lvl2pPr>
            <a:lvl3pPr>
              <a:defRPr sz="2444"/>
            </a:lvl3pPr>
            <a:lvl4pPr>
              <a:defRPr sz="2037"/>
            </a:lvl4pPr>
            <a:lvl5pPr>
              <a:defRPr sz="2037"/>
            </a:lvl5pPr>
            <a:lvl6pPr>
              <a:defRPr sz="2037"/>
            </a:lvl6pPr>
            <a:lvl7pPr>
              <a:defRPr sz="2037"/>
            </a:lvl7pPr>
            <a:lvl8pPr>
              <a:defRPr sz="2037"/>
            </a:lvl8pPr>
            <a:lvl9pPr>
              <a:defRPr sz="20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432" y="3801427"/>
            <a:ext cx="3003451" cy="7042615"/>
          </a:xfrm>
        </p:spPr>
        <p:txBody>
          <a:bodyPr/>
          <a:lstStyle>
            <a:lvl1pPr marL="0" indent="0">
              <a:buNone/>
              <a:defRPr sz="1629"/>
            </a:lvl1pPr>
            <a:lvl2pPr marL="465612" indent="0">
              <a:buNone/>
              <a:defRPr sz="1426"/>
            </a:lvl2pPr>
            <a:lvl3pPr marL="931225" indent="0">
              <a:buNone/>
              <a:defRPr sz="1222"/>
            </a:lvl3pPr>
            <a:lvl4pPr marL="1396837" indent="0">
              <a:buNone/>
              <a:defRPr sz="1018"/>
            </a:lvl4pPr>
            <a:lvl5pPr marL="1862450" indent="0">
              <a:buNone/>
              <a:defRPr sz="1018"/>
            </a:lvl5pPr>
            <a:lvl6pPr marL="2328062" indent="0">
              <a:buNone/>
              <a:defRPr sz="1018"/>
            </a:lvl6pPr>
            <a:lvl7pPr marL="2793675" indent="0">
              <a:buNone/>
              <a:defRPr sz="1018"/>
            </a:lvl7pPr>
            <a:lvl8pPr marL="3259287" indent="0">
              <a:buNone/>
              <a:defRPr sz="1018"/>
            </a:lvl8pPr>
            <a:lvl9pPr marL="3724900" indent="0">
              <a:buNone/>
              <a:defRPr sz="10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97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844762"/>
            <a:ext cx="3003451" cy="2956666"/>
          </a:xfrm>
        </p:spPr>
        <p:txBody>
          <a:bodyPr anchor="b"/>
          <a:lstStyle>
            <a:lvl1pPr>
              <a:defRPr sz="32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58930" y="1824453"/>
            <a:ext cx="4714339" cy="9004925"/>
          </a:xfrm>
        </p:spPr>
        <p:txBody>
          <a:bodyPr anchor="t"/>
          <a:lstStyle>
            <a:lvl1pPr marL="0" indent="0">
              <a:buNone/>
              <a:defRPr sz="3259"/>
            </a:lvl1pPr>
            <a:lvl2pPr marL="465612" indent="0">
              <a:buNone/>
              <a:defRPr sz="2852"/>
            </a:lvl2pPr>
            <a:lvl3pPr marL="931225" indent="0">
              <a:buNone/>
              <a:defRPr sz="2444"/>
            </a:lvl3pPr>
            <a:lvl4pPr marL="1396837" indent="0">
              <a:buNone/>
              <a:defRPr sz="2037"/>
            </a:lvl4pPr>
            <a:lvl5pPr marL="1862450" indent="0">
              <a:buNone/>
              <a:defRPr sz="2037"/>
            </a:lvl5pPr>
            <a:lvl6pPr marL="2328062" indent="0">
              <a:buNone/>
              <a:defRPr sz="2037"/>
            </a:lvl6pPr>
            <a:lvl7pPr marL="2793675" indent="0">
              <a:buNone/>
              <a:defRPr sz="2037"/>
            </a:lvl7pPr>
            <a:lvl8pPr marL="3259287" indent="0">
              <a:buNone/>
              <a:defRPr sz="2037"/>
            </a:lvl8pPr>
            <a:lvl9pPr marL="3724900" indent="0">
              <a:buNone/>
              <a:defRPr sz="20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432" y="3801427"/>
            <a:ext cx="3003451" cy="7042615"/>
          </a:xfrm>
        </p:spPr>
        <p:txBody>
          <a:bodyPr/>
          <a:lstStyle>
            <a:lvl1pPr marL="0" indent="0">
              <a:buNone/>
              <a:defRPr sz="1629"/>
            </a:lvl1pPr>
            <a:lvl2pPr marL="465612" indent="0">
              <a:buNone/>
              <a:defRPr sz="1426"/>
            </a:lvl2pPr>
            <a:lvl3pPr marL="931225" indent="0">
              <a:buNone/>
              <a:defRPr sz="1222"/>
            </a:lvl3pPr>
            <a:lvl4pPr marL="1396837" indent="0">
              <a:buNone/>
              <a:defRPr sz="1018"/>
            </a:lvl4pPr>
            <a:lvl5pPr marL="1862450" indent="0">
              <a:buNone/>
              <a:defRPr sz="1018"/>
            </a:lvl5pPr>
            <a:lvl6pPr marL="2328062" indent="0">
              <a:buNone/>
              <a:defRPr sz="1018"/>
            </a:lvl6pPr>
            <a:lvl7pPr marL="2793675" indent="0">
              <a:buNone/>
              <a:defRPr sz="1018"/>
            </a:lvl7pPr>
            <a:lvl8pPr marL="3259287" indent="0">
              <a:buNone/>
              <a:defRPr sz="1018"/>
            </a:lvl8pPr>
            <a:lvl9pPr marL="3724900" indent="0">
              <a:buNone/>
              <a:defRPr sz="10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451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76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4097" y="674636"/>
            <a:ext cx="2007959" cy="107384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220" y="674636"/>
            <a:ext cx="5907474" cy="107384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42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219" y="674639"/>
            <a:ext cx="8031837" cy="244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219" y="3373180"/>
            <a:ext cx="8031837" cy="8039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219" y="11744537"/>
            <a:ext cx="2095262" cy="674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B29C0-D24B-409B-B280-7F011CB353FA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4691" y="11744537"/>
            <a:ext cx="3142893" cy="674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6794" y="11744537"/>
            <a:ext cx="2095262" cy="674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24BCB-8BF7-4989-962F-575F25CDF6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40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31225" rtl="0" eaLnBrk="1" latinLnBrk="0" hangingPunct="1">
        <a:lnSpc>
          <a:spcPct val="90000"/>
        </a:lnSpc>
        <a:spcBef>
          <a:spcPct val="0"/>
        </a:spcBef>
        <a:buNone/>
        <a:defRPr sz="44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2806" indent="-232806" algn="l" defTabSz="931225" rtl="0" eaLnBrk="1" latinLnBrk="0" hangingPunct="1">
        <a:lnSpc>
          <a:spcPct val="90000"/>
        </a:lnSpc>
        <a:spcBef>
          <a:spcPts val="1018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1pPr>
      <a:lvl2pPr marL="698419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2444" kern="1200">
          <a:solidFill>
            <a:schemeClr val="tx1"/>
          </a:solidFill>
          <a:latin typeface="+mn-lt"/>
          <a:ea typeface="+mn-ea"/>
          <a:cs typeface="+mn-cs"/>
        </a:defRPr>
      </a:lvl2pPr>
      <a:lvl3pPr marL="1164031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2037" kern="1200">
          <a:solidFill>
            <a:schemeClr val="tx1"/>
          </a:solidFill>
          <a:latin typeface="+mn-lt"/>
          <a:ea typeface="+mn-ea"/>
          <a:cs typeface="+mn-cs"/>
        </a:defRPr>
      </a:lvl3pPr>
      <a:lvl4pPr marL="1629644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4pPr>
      <a:lvl5pPr marL="2095256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5pPr>
      <a:lvl6pPr marL="2560869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6pPr>
      <a:lvl7pPr marL="3026481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3492094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3957706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1pPr>
      <a:lvl2pPr marL="465612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2pPr>
      <a:lvl3pPr marL="931225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3pPr>
      <a:lvl4pPr marL="1396837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4pPr>
      <a:lvl5pPr marL="1862450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5pPr>
      <a:lvl6pPr marL="2328062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6pPr>
      <a:lvl7pPr marL="2793675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3259287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3724900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B3A7F4-8BE4-F8E3-94BC-BCB1F23F5481}"/>
              </a:ext>
            </a:extLst>
          </p:cNvPr>
          <p:cNvGrpSpPr/>
          <p:nvPr/>
        </p:nvGrpSpPr>
        <p:grpSpPr>
          <a:xfrm>
            <a:off x="-702129" y="-381259"/>
            <a:ext cx="10229490" cy="13069014"/>
            <a:chOff x="-702129" y="-381259"/>
            <a:chExt cx="10229490" cy="1306901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8EBC28-A32F-7F72-5C10-727AF35F20BA}"/>
                </a:ext>
              </a:extLst>
            </p:cNvPr>
            <p:cNvGrpSpPr/>
            <p:nvPr/>
          </p:nvGrpSpPr>
          <p:grpSpPr>
            <a:xfrm>
              <a:off x="-97972" y="-32658"/>
              <a:ext cx="9625333" cy="12720413"/>
              <a:chOff x="-233174" y="-33585"/>
              <a:chExt cx="9899069" cy="13082168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2B1EF98-16BC-A10A-A980-9E23C15199E2}"/>
                  </a:ext>
                </a:extLst>
              </p:cNvPr>
              <p:cNvGrpSpPr/>
              <p:nvPr/>
            </p:nvGrpSpPr>
            <p:grpSpPr>
              <a:xfrm>
                <a:off x="176946" y="-33585"/>
                <a:ext cx="605428" cy="8803534"/>
                <a:chOff x="151003" y="-1113085"/>
                <a:chExt cx="605428" cy="8803534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1988850-AE5A-766B-2BC2-80D82F913BB8}"/>
                    </a:ext>
                  </a:extLst>
                </p:cNvPr>
                <p:cNvSpPr txBox="1"/>
                <p:nvPr/>
              </p:nvSpPr>
              <p:spPr>
                <a:xfrm>
                  <a:off x="285347" y="-1113085"/>
                  <a:ext cx="4710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722" b="1" dirty="0">
                      <a:latin typeface="Arabic 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B7CCEF7-1560-3ECD-1384-99E416AE5D14}"/>
                    </a:ext>
                  </a:extLst>
                </p:cNvPr>
                <p:cNvSpPr txBox="1"/>
                <p:nvPr/>
              </p:nvSpPr>
              <p:spPr>
                <a:xfrm>
                  <a:off x="151003" y="7167229"/>
                  <a:ext cx="4710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722" b="1" dirty="0">
                      <a:latin typeface="Arabic "/>
                      <a:cs typeface="Arial" panose="020B0604020202020204" pitchFamily="34" charset="0"/>
                    </a:rPr>
                    <a:t>b</a:t>
                  </a:r>
                </a:p>
              </p:txBody>
            </p:sp>
          </p:grp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03B8AAD-C496-BA68-D671-EAD8E666B0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3174" y="8602020"/>
                <a:ext cx="9899069" cy="4446563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3CD024-3CBA-1345-5C76-76F27AFED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2129" y="-381259"/>
              <a:ext cx="10012900" cy="84149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9001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Arabic 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2026-08-21T22:35:40Z</dcterms:created>
  <dcterms:modified xsi:type="dcterms:W3CDTF">2026-09-26T21:13:07Z</dcterms:modified>
</cp:coreProperties>
</file>