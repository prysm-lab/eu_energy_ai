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912725" cy="9828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0A8BEC-EDC2-45DF-A7C9-B55A05971874}" v="5" dt="2026-09-26T20:29:02.7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12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undo custSel modSld">
      <pc:chgData name="Mohammad Hemmati" userId="5e4c8864-b60e-4c33-9ab5-79becc45a124" providerId="ADAL" clId="{0AA367D0-20A9-4589-BF11-3BD43FA0EB4A}" dt="2026-09-26T22:12:08.325" v="363" actId="1076"/>
      <pc:docMkLst>
        <pc:docMk/>
      </pc:docMkLst>
      <pc:sldChg chg="addSp delSp modSp mod">
        <pc:chgData name="Mohammad Hemmati" userId="5e4c8864-b60e-4c33-9ab5-79becc45a124" providerId="ADAL" clId="{0AA367D0-20A9-4589-BF11-3BD43FA0EB4A}" dt="2026-09-26T22:12:08.325" v="363" actId="1076"/>
        <pc:sldMkLst>
          <pc:docMk/>
          <pc:sldMk cId="3181941682" sldId="256"/>
        </pc:sldMkLst>
        <pc:spChg chg="mod">
          <ac:chgData name="Mohammad Hemmati" userId="5e4c8864-b60e-4c33-9ab5-79becc45a124" providerId="ADAL" clId="{0AA367D0-20A9-4589-BF11-3BD43FA0EB4A}" dt="2026-09-26T18:59:44.851" v="311" actId="20577"/>
          <ac:spMkLst>
            <pc:docMk/>
            <pc:sldMk cId="3181941682" sldId="256"/>
            <ac:spMk id="7" creationId="{CA2B25AF-5FB6-0DA3-39F0-7307E018D90D}"/>
          </ac:spMkLst>
        </pc:spChg>
        <pc:spChg chg="mod">
          <ac:chgData name="Mohammad Hemmati" userId="5e4c8864-b60e-4c33-9ab5-79becc45a124" providerId="ADAL" clId="{0AA367D0-20A9-4589-BF11-3BD43FA0EB4A}" dt="2026-09-26T18:58:41.944" v="303" actId="1035"/>
          <ac:spMkLst>
            <pc:docMk/>
            <pc:sldMk cId="3181941682" sldId="256"/>
            <ac:spMk id="14" creationId="{1B5466C8-4381-ABF7-CC5B-150AEDE4ABE7}"/>
          </ac:spMkLst>
        </pc:spChg>
        <pc:spChg chg="add del">
          <ac:chgData name="Mohammad Hemmati" userId="5e4c8864-b60e-4c33-9ab5-79becc45a124" providerId="ADAL" clId="{0AA367D0-20A9-4589-BF11-3BD43FA0EB4A}" dt="2026-09-26T20:11:19.918" v="327" actId="22"/>
          <ac:spMkLst>
            <pc:docMk/>
            <pc:sldMk cId="3181941682" sldId="256"/>
            <ac:spMk id="15" creationId="{80E2BC14-041A-C274-D615-50D503B9B487}"/>
          </ac:spMkLst>
        </pc:spChg>
        <pc:spChg chg="mod">
          <ac:chgData name="Mohammad Hemmati" userId="5e4c8864-b60e-4c33-9ab5-79becc45a124" providerId="ADAL" clId="{0AA367D0-20A9-4589-BF11-3BD43FA0EB4A}" dt="2026-09-26T18:59:36.955" v="309" actId="20577"/>
          <ac:spMkLst>
            <pc:docMk/>
            <pc:sldMk cId="3181941682" sldId="256"/>
            <ac:spMk id="16" creationId="{0E5E893B-5BFD-047E-2D78-AAD6D8FEADD9}"/>
          </ac:spMkLst>
        </pc:spChg>
        <pc:spChg chg="mod">
          <ac:chgData name="Mohammad Hemmati" userId="5e4c8864-b60e-4c33-9ab5-79becc45a124" providerId="ADAL" clId="{0AA367D0-20A9-4589-BF11-3BD43FA0EB4A}" dt="2026-09-26T18:59:40.867" v="310" actId="20577"/>
          <ac:spMkLst>
            <pc:docMk/>
            <pc:sldMk cId="3181941682" sldId="256"/>
            <ac:spMk id="18" creationId="{5002108B-8384-351B-BE0B-FE4FD16A8B91}"/>
          </ac:spMkLst>
        </pc:spChg>
        <pc:spChg chg="add del">
          <ac:chgData name="Mohammad Hemmati" userId="5e4c8864-b60e-4c33-9ab5-79becc45a124" providerId="ADAL" clId="{0AA367D0-20A9-4589-BF11-3BD43FA0EB4A}" dt="2026-09-26T20:11:27.658" v="329" actId="22"/>
          <ac:spMkLst>
            <pc:docMk/>
            <pc:sldMk cId="3181941682" sldId="256"/>
            <ac:spMk id="19" creationId="{EBA9B638-6B38-7209-AB75-EC4A92BA315C}"/>
          </ac:spMkLst>
        </pc:spChg>
        <pc:spChg chg="add del mod">
          <ac:chgData name="Mohammad Hemmati" userId="5e4c8864-b60e-4c33-9ab5-79becc45a124" providerId="ADAL" clId="{0AA367D0-20A9-4589-BF11-3BD43FA0EB4A}" dt="2026-09-26T20:27:27.212" v="351"/>
          <ac:spMkLst>
            <pc:docMk/>
            <pc:sldMk cId="3181941682" sldId="256"/>
            <ac:spMk id="22" creationId="{8018107C-94DA-210E-46B9-9C31F0A5C5E3}"/>
          </ac:spMkLst>
        </pc:spChg>
        <pc:spChg chg="add mod">
          <ac:chgData name="Mohammad Hemmati" userId="5e4c8864-b60e-4c33-9ab5-79becc45a124" providerId="ADAL" clId="{0AA367D0-20A9-4589-BF11-3BD43FA0EB4A}" dt="2026-09-26T20:29:02.725" v="362" actId="164"/>
          <ac:spMkLst>
            <pc:docMk/>
            <pc:sldMk cId="3181941682" sldId="256"/>
            <ac:spMk id="26" creationId="{00E5151A-7120-6C5E-E234-250FECC20E44}"/>
          </ac:spMkLst>
        </pc:spChg>
        <pc:grpChg chg="mod">
          <ac:chgData name="Mohammad Hemmati" userId="5e4c8864-b60e-4c33-9ab5-79becc45a124" providerId="ADAL" clId="{0AA367D0-20A9-4589-BF11-3BD43FA0EB4A}" dt="2026-09-26T20:29:02.725" v="362" actId="164"/>
          <ac:grpSpMkLst>
            <pc:docMk/>
            <pc:sldMk cId="3181941682" sldId="256"/>
            <ac:grpSpMk id="4" creationId="{90395F9B-E45E-883A-D2E9-E5B59BB588E0}"/>
          </ac:grpSpMkLst>
        </pc:grpChg>
        <pc:grpChg chg="add mod">
          <ac:chgData name="Mohammad Hemmati" userId="5e4c8864-b60e-4c33-9ab5-79becc45a124" providerId="ADAL" clId="{0AA367D0-20A9-4589-BF11-3BD43FA0EB4A}" dt="2026-09-26T22:12:08.325" v="363" actId="1076"/>
          <ac:grpSpMkLst>
            <pc:docMk/>
            <pc:sldMk cId="3181941682" sldId="256"/>
            <ac:grpSpMk id="27" creationId="{AB7BD48D-6D0D-74FC-CF62-C9A6A0F4E7E7}"/>
          </ac:grpSpMkLst>
        </pc:grpChg>
        <pc:picChg chg="add del mod">
          <ac:chgData name="Mohammad Hemmati" userId="5e4c8864-b60e-4c33-9ab5-79becc45a124" providerId="ADAL" clId="{0AA367D0-20A9-4589-BF11-3BD43FA0EB4A}" dt="2026-09-25T19:02:21.420" v="212" actId="478"/>
          <ac:picMkLst>
            <pc:docMk/>
            <pc:sldMk cId="3181941682" sldId="256"/>
            <ac:picMk id="5" creationId="{FFE8BE40-5672-5415-CD69-273AED49ECC8}"/>
          </ac:picMkLst>
        </pc:picChg>
        <pc:picChg chg="add mod">
          <ac:chgData name="Mohammad Hemmati" userId="5e4c8864-b60e-4c33-9ab5-79becc45a124" providerId="ADAL" clId="{0AA367D0-20A9-4589-BF11-3BD43FA0EB4A}" dt="2026-09-26T20:29:02.725" v="362" actId="164"/>
          <ac:picMkLst>
            <pc:docMk/>
            <pc:sldMk cId="3181941682" sldId="256"/>
            <ac:picMk id="6" creationId="{A810569E-2B39-6669-BABB-408987A6009D}"/>
          </ac:picMkLst>
        </pc:picChg>
        <pc:picChg chg="mod">
          <ac:chgData name="Mohammad Hemmati" userId="5e4c8864-b60e-4c33-9ab5-79becc45a124" providerId="ADAL" clId="{0AA367D0-20A9-4589-BF11-3BD43FA0EB4A}" dt="2026-09-26T20:26:49.874" v="343" actId="1037"/>
          <ac:picMkLst>
            <pc:docMk/>
            <pc:sldMk cId="3181941682" sldId="256"/>
            <ac:picMk id="9" creationId="{28C413AE-6D40-9A19-B1DD-A60F4B009A0D}"/>
          </ac:picMkLst>
        </pc:picChg>
        <pc:picChg chg="del mod">
          <ac:chgData name="Mohammad Hemmati" userId="5e4c8864-b60e-4c33-9ab5-79becc45a124" providerId="ADAL" clId="{0AA367D0-20A9-4589-BF11-3BD43FA0EB4A}" dt="2026-09-26T19:38:31.318" v="314" actId="478"/>
          <ac:picMkLst>
            <pc:docMk/>
            <pc:sldMk cId="3181941682" sldId="256"/>
            <ac:picMk id="11" creationId="{A129C092-AEAB-0684-1E1A-D0F952BE6FC3}"/>
          </ac:picMkLst>
        </pc:picChg>
        <pc:picChg chg="add mod">
          <ac:chgData name="Mohammad Hemmati" userId="5e4c8864-b60e-4c33-9ab5-79becc45a124" providerId="ADAL" clId="{0AA367D0-20A9-4589-BF11-3BD43FA0EB4A}" dt="2026-09-26T20:29:02.725" v="362" actId="164"/>
          <ac:picMkLst>
            <pc:docMk/>
            <pc:sldMk cId="3181941682" sldId="256"/>
            <ac:picMk id="12" creationId="{DA182490-C42A-4FB1-C342-3582B89238D9}"/>
          </ac:picMkLst>
        </pc:picChg>
        <pc:picChg chg="add del mod">
          <ac:chgData name="Mohammad Hemmati" userId="5e4c8864-b60e-4c33-9ab5-79becc45a124" providerId="ADAL" clId="{0AA367D0-20A9-4589-BF11-3BD43FA0EB4A}" dt="2026-09-26T20:26:43.061" v="335" actId="478"/>
          <ac:picMkLst>
            <pc:docMk/>
            <pc:sldMk cId="3181941682" sldId="256"/>
            <ac:picMk id="21" creationId="{9E107F61-DAE1-2A5A-5F1F-6DDEE6309695}"/>
          </ac:picMkLst>
        </pc:picChg>
        <pc:picChg chg="add mod">
          <ac:chgData name="Mohammad Hemmati" userId="5e4c8864-b60e-4c33-9ab5-79becc45a124" providerId="ADAL" clId="{0AA367D0-20A9-4589-BF11-3BD43FA0EB4A}" dt="2026-09-26T20:29:02.725" v="362" actId="164"/>
          <ac:picMkLst>
            <pc:docMk/>
            <pc:sldMk cId="3181941682" sldId="256"/>
            <ac:picMk id="24" creationId="{C8E975C8-BCEC-24A9-3B42-B085D6AFDE9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A7F5C-AC23-456C-92BC-0FE313599EA7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01763" y="1143000"/>
            <a:ext cx="4054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E5E33-FEE4-4008-886C-F2851AD75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5807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5E33-FEE4-4008-886C-F2851AD753F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04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8455" y="1608461"/>
            <a:ext cx="10975816" cy="3421674"/>
          </a:xfrm>
        </p:spPr>
        <p:txBody>
          <a:bodyPr anchor="b"/>
          <a:lstStyle>
            <a:lvl1pPr algn="ctr">
              <a:defRPr sz="84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4091" y="5162087"/>
            <a:ext cx="9684544" cy="2372876"/>
          </a:xfrm>
        </p:spPr>
        <p:txBody>
          <a:bodyPr/>
          <a:lstStyle>
            <a:lvl1pPr marL="0" indent="0" algn="ctr">
              <a:buNone/>
              <a:defRPr sz="3389"/>
            </a:lvl1pPr>
            <a:lvl2pPr marL="645658" indent="0" algn="ctr">
              <a:buNone/>
              <a:defRPr sz="2824"/>
            </a:lvl2pPr>
            <a:lvl3pPr marL="1291316" indent="0" algn="ctr">
              <a:buNone/>
              <a:defRPr sz="2542"/>
            </a:lvl3pPr>
            <a:lvl4pPr marL="1936974" indent="0" algn="ctr">
              <a:buNone/>
              <a:defRPr sz="2260"/>
            </a:lvl4pPr>
            <a:lvl5pPr marL="2582631" indent="0" algn="ctr">
              <a:buNone/>
              <a:defRPr sz="2260"/>
            </a:lvl5pPr>
            <a:lvl6pPr marL="3228289" indent="0" algn="ctr">
              <a:buNone/>
              <a:defRPr sz="2260"/>
            </a:lvl6pPr>
            <a:lvl7pPr marL="3873947" indent="0" algn="ctr">
              <a:buNone/>
              <a:defRPr sz="2260"/>
            </a:lvl7pPr>
            <a:lvl8pPr marL="4519605" indent="0" algn="ctr">
              <a:buNone/>
              <a:defRPr sz="2260"/>
            </a:lvl8pPr>
            <a:lvl9pPr marL="5165263" indent="0" algn="ctr">
              <a:buNone/>
              <a:defRPr sz="2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349D-67AD-4922-B4F0-BAB7BE230157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2D350-BF92-422D-9952-9B47CBA08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09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349D-67AD-4922-B4F0-BAB7BE230157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2D350-BF92-422D-9952-9B47CBA08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67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025" y="2450231"/>
            <a:ext cx="11137225" cy="4088263"/>
          </a:xfrm>
        </p:spPr>
        <p:txBody>
          <a:bodyPr anchor="b"/>
          <a:lstStyle>
            <a:lvl1pPr>
              <a:defRPr sz="84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025" y="6577170"/>
            <a:ext cx="11137225" cy="2149921"/>
          </a:xfrm>
        </p:spPr>
        <p:txBody>
          <a:bodyPr/>
          <a:lstStyle>
            <a:lvl1pPr marL="0" indent="0">
              <a:buNone/>
              <a:defRPr sz="3389">
                <a:solidFill>
                  <a:schemeClr val="tx1">
                    <a:tint val="82000"/>
                  </a:schemeClr>
                </a:solidFill>
              </a:defRPr>
            </a:lvl1pPr>
            <a:lvl2pPr marL="645658" indent="0">
              <a:buNone/>
              <a:defRPr sz="2824">
                <a:solidFill>
                  <a:schemeClr val="tx1">
                    <a:tint val="82000"/>
                  </a:schemeClr>
                </a:solidFill>
              </a:defRPr>
            </a:lvl2pPr>
            <a:lvl3pPr marL="1291316" indent="0">
              <a:buNone/>
              <a:defRPr sz="2542">
                <a:solidFill>
                  <a:schemeClr val="tx1">
                    <a:tint val="82000"/>
                  </a:schemeClr>
                </a:solidFill>
              </a:defRPr>
            </a:lvl3pPr>
            <a:lvl4pPr marL="1936974" indent="0">
              <a:buNone/>
              <a:defRPr sz="2260">
                <a:solidFill>
                  <a:schemeClr val="tx1">
                    <a:tint val="82000"/>
                  </a:schemeClr>
                </a:solidFill>
              </a:defRPr>
            </a:lvl4pPr>
            <a:lvl5pPr marL="2582631" indent="0">
              <a:buNone/>
              <a:defRPr sz="2260">
                <a:solidFill>
                  <a:schemeClr val="tx1">
                    <a:tint val="82000"/>
                  </a:schemeClr>
                </a:solidFill>
              </a:defRPr>
            </a:lvl5pPr>
            <a:lvl6pPr marL="3228289" indent="0">
              <a:buNone/>
              <a:defRPr sz="2260">
                <a:solidFill>
                  <a:schemeClr val="tx1">
                    <a:tint val="82000"/>
                  </a:schemeClr>
                </a:solidFill>
              </a:defRPr>
            </a:lvl6pPr>
            <a:lvl7pPr marL="3873947" indent="0">
              <a:buNone/>
              <a:defRPr sz="2260">
                <a:solidFill>
                  <a:schemeClr val="tx1">
                    <a:tint val="82000"/>
                  </a:schemeClr>
                </a:solidFill>
              </a:defRPr>
            </a:lvl7pPr>
            <a:lvl8pPr marL="4519605" indent="0">
              <a:buNone/>
              <a:defRPr sz="2260">
                <a:solidFill>
                  <a:schemeClr val="tx1">
                    <a:tint val="82000"/>
                  </a:schemeClr>
                </a:solidFill>
              </a:defRPr>
            </a:lvl8pPr>
            <a:lvl9pPr marL="5165263" indent="0">
              <a:buNone/>
              <a:defRPr sz="2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349D-67AD-4922-B4F0-BAB7BE230157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2D350-BF92-422D-9952-9B47CBA08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425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7750" y="2616307"/>
            <a:ext cx="5487908" cy="62359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7067" y="2616307"/>
            <a:ext cx="5487908" cy="62359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349D-67AD-4922-B4F0-BAB7BE230157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2D350-BF92-422D-9952-9B47CBA08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880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432" y="523263"/>
            <a:ext cx="11137225" cy="18996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9433" y="2409278"/>
            <a:ext cx="5462687" cy="1180750"/>
          </a:xfrm>
        </p:spPr>
        <p:txBody>
          <a:bodyPr anchor="b"/>
          <a:lstStyle>
            <a:lvl1pPr marL="0" indent="0">
              <a:buNone/>
              <a:defRPr sz="3389" b="1"/>
            </a:lvl1pPr>
            <a:lvl2pPr marL="645658" indent="0">
              <a:buNone/>
              <a:defRPr sz="2824" b="1"/>
            </a:lvl2pPr>
            <a:lvl3pPr marL="1291316" indent="0">
              <a:buNone/>
              <a:defRPr sz="2542" b="1"/>
            </a:lvl3pPr>
            <a:lvl4pPr marL="1936974" indent="0">
              <a:buNone/>
              <a:defRPr sz="2260" b="1"/>
            </a:lvl4pPr>
            <a:lvl5pPr marL="2582631" indent="0">
              <a:buNone/>
              <a:defRPr sz="2260" b="1"/>
            </a:lvl5pPr>
            <a:lvl6pPr marL="3228289" indent="0">
              <a:buNone/>
              <a:defRPr sz="2260" b="1"/>
            </a:lvl6pPr>
            <a:lvl7pPr marL="3873947" indent="0">
              <a:buNone/>
              <a:defRPr sz="2260" b="1"/>
            </a:lvl7pPr>
            <a:lvl8pPr marL="4519605" indent="0">
              <a:buNone/>
              <a:defRPr sz="2260" b="1"/>
            </a:lvl8pPr>
            <a:lvl9pPr marL="5165263" indent="0">
              <a:buNone/>
              <a:defRPr sz="2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9433" y="3590028"/>
            <a:ext cx="5462687" cy="52803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7068" y="2409278"/>
            <a:ext cx="5489590" cy="1180750"/>
          </a:xfrm>
        </p:spPr>
        <p:txBody>
          <a:bodyPr anchor="b"/>
          <a:lstStyle>
            <a:lvl1pPr marL="0" indent="0">
              <a:buNone/>
              <a:defRPr sz="3389" b="1"/>
            </a:lvl1pPr>
            <a:lvl2pPr marL="645658" indent="0">
              <a:buNone/>
              <a:defRPr sz="2824" b="1"/>
            </a:lvl2pPr>
            <a:lvl3pPr marL="1291316" indent="0">
              <a:buNone/>
              <a:defRPr sz="2542" b="1"/>
            </a:lvl3pPr>
            <a:lvl4pPr marL="1936974" indent="0">
              <a:buNone/>
              <a:defRPr sz="2260" b="1"/>
            </a:lvl4pPr>
            <a:lvl5pPr marL="2582631" indent="0">
              <a:buNone/>
              <a:defRPr sz="2260" b="1"/>
            </a:lvl5pPr>
            <a:lvl6pPr marL="3228289" indent="0">
              <a:buNone/>
              <a:defRPr sz="2260" b="1"/>
            </a:lvl6pPr>
            <a:lvl7pPr marL="3873947" indent="0">
              <a:buNone/>
              <a:defRPr sz="2260" b="1"/>
            </a:lvl7pPr>
            <a:lvl8pPr marL="4519605" indent="0">
              <a:buNone/>
              <a:defRPr sz="2260" b="1"/>
            </a:lvl8pPr>
            <a:lvl9pPr marL="5165263" indent="0">
              <a:buNone/>
              <a:defRPr sz="2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7068" y="3590028"/>
            <a:ext cx="5489590" cy="52803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349D-67AD-4922-B4F0-BAB7BE230157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2D350-BF92-422D-9952-9B47CBA08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831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349D-67AD-4922-B4F0-BAB7BE230157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2D350-BF92-422D-9952-9B47CBA08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79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349D-67AD-4922-B4F0-BAB7BE230157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2D350-BF92-422D-9952-9B47CBA08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169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432" y="655214"/>
            <a:ext cx="4164690" cy="2293250"/>
          </a:xfrm>
        </p:spPr>
        <p:txBody>
          <a:bodyPr anchor="b"/>
          <a:lstStyle>
            <a:lvl1pPr>
              <a:defRPr sz="4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9590" y="1415083"/>
            <a:ext cx="6537067" cy="6984401"/>
          </a:xfrm>
        </p:spPr>
        <p:txBody>
          <a:bodyPr/>
          <a:lstStyle>
            <a:lvl1pPr>
              <a:defRPr sz="4519"/>
            </a:lvl1pPr>
            <a:lvl2pPr>
              <a:defRPr sz="3954"/>
            </a:lvl2pPr>
            <a:lvl3pPr>
              <a:defRPr sz="3389"/>
            </a:lvl3pPr>
            <a:lvl4pPr>
              <a:defRPr sz="2824"/>
            </a:lvl4pPr>
            <a:lvl5pPr>
              <a:defRPr sz="2824"/>
            </a:lvl5pPr>
            <a:lvl6pPr>
              <a:defRPr sz="2824"/>
            </a:lvl6pPr>
            <a:lvl7pPr>
              <a:defRPr sz="2824"/>
            </a:lvl7pPr>
            <a:lvl8pPr>
              <a:defRPr sz="2824"/>
            </a:lvl8pPr>
            <a:lvl9pPr>
              <a:defRPr sz="28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9432" y="2948464"/>
            <a:ext cx="4164690" cy="5462394"/>
          </a:xfrm>
        </p:spPr>
        <p:txBody>
          <a:bodyPr/>
          <a:lstStyle>
            <a:lvl1pPr marL="0" indent="0">
              <a:buNone/>
              <a:defRPr sz="2260"/>
            </a:lvl1pPr>
            <a:lvl2pPr marL="645658" indent="0">
              <a:buNone/>
              <a:defRPr sz="1977"/>
            </a:lvl2pPr>
            <a:lvl3pPr marL="1291316" indent="0">
              <a:buNone/>
              <a:defRPr sz="1695"/>
            </a:lvl3pPr>
            <a:lvl4pPr marL="1936974" indent="0">
              <a:buNone/>
              <a:defRPr sz="1412"/>
            </a:lvl4pPr>
            <a:lvl5pPr marL="2582631" indent="0">
              <a:buNone/>
              <a:defRPr sz="1412"/>
            </a:lvl5pPr>
            <a:lvl6pPr marL="3228289" indent="0">
              <a:buNone/>
              <a:defRPr sz="1412"/>
            </a:lvl6pPr>
            <a:lvl7pPr marL="3873947" indent="0">
              <a:buNone/>
              <a:defRPr sz="1412"/>
            </a:lvl7pPr>
            <a:lvl8pPr marL="4519605" indent="0">
              <a:buNone/>
              <a:defRPr sz="1412"/>
            </a:lvl8pPr>
            <a:lvl9pPr marL="5165263" indent="0">
              <a:buNone/>
              <a:defRPr sz="14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349D-67AD-4922-B4F0-BAB7BE230157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2D350-BF92-422D-9952-9B47CBA08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91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432" y="655214"/>
            <a:ext cx="4164690" cy="2293250"/>
          </a:xfrm>
        </p:spPr>
        <p:txBody>
          <a:bodyPr anchor="b"/>
          <a:lstStyle>
            <a:lvl1pPr>
              <a:defRPr sz="4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89590" y="1415083"/>
            <a:ext cx="6537067" cy="6984401"/>
          </a:xfrm>
        </p:spPr>
        <p:txBody>
          <a:bodyPr anchor="t"/>
          <a:lstStyle>
            <a:lvl1pPr marL="0" indent="0">
              <a:buNone/>
              <a:defRPr sz="4519"/>
            </a:lvl1pPr>
            <a:lvl2pPr marL="645658" indent="0">
              <a:buNone/>
              <a:defRPr sz="3954"/>
            </a:lvl2pPr>
            <a:lvl3pPr marL="1291316" indent="0">
              <a:buNone/>
              <a:defRPr sz="3389"/>
            </a:lvl3pPr>
            <a:lvl4pPr marL="1936974" indent="0">
              <a:buNone/>
              <a:defRPr sz="2824"/>
            </a:lvl4pPr>
            <a:lvl5pPr marL="2582631" indent="0">
              <a:buNone/>
              <a:defRPr sz="2824"/>
            </a:lvl5pPr>
            <a:lvl6pPr marL="3228289" indent="0">
              <a:buNone/>
              <a:defRPr sz="2824"/>
            </a:lvl6pPr>
            <a:lvl7pPr marL="3873947" indent="0">
              <a:buNone/>
              <a:defRPr sz="2824"/>
            </a:lvl7pPr>
            <a:lvl8pPr marL="4519605" indent="0">
              <a:buNone/>
              <a:defRPr sz="2824"/>
            </a:lvl8pPr>
            <a:lvl9pPr marL="5165263" indent="0">
              <a:buNone/>
              <a:defRPr sz="282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9432" y="2948464"/>
            <a:ext cx="4164690" cy="5462394"/>
          </a:xfrm>
        </p:spPr>
        <p:txBody>
          <a:bodyPr/>
          <a:lstStyle>
            <a:lvl1pPr marL="0" indent="0">
              <a:buNone/>
              <a:defRPr sz="2260"/>
            </a:lvl1pPr>
            <a:lvl2pPr marL="645658" indent="0">
              <a:buNone/>
              <a:defRPr sz="1977"/>
            </a:lvl2pPr>
            <a:lvl3pPr marL="1291316" indent="0">
              <a:buNone/>
              <a:defRPr sz="1695"/>
            </a:lvl3pPr>
            <a:lvl4pPr marL="1936974" indent="0">
              <a:buNone/>
              <a:defRPr sz="1412"/>
            </a:lvl4pPr>
            <a:lvl5pPr marL="2582631" indent="0">
              <a:buNone/>
              <a:defRPr sz="1412"/>
            </a:lvl5pPr>
            <a:lvl6pPr marL="3228289" indent="0">
              <a:buNone/>
              <a:defRPr sz="1412"/>
            </a:lvl6pPr>
            <a:lvl7pPr marL="3873947" indent="0">
              <a:buNone/>
              <a:defRPr sz="1412"/>
            </a:lvl7pPr>
            <a:lvl8pPr marL="4519605" indent="0">
              <a:buNone/>
              <a:defRPr sz="1412"/>
            </a:lvl8pPr>
            <a:lvl9pPr marL="5165263" indent="0">
              <a:buNone/>
              <a:defRPr sz="14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349D-67AD-4922-B4F0-BAB7BE230157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2D350-BF92-422D-9952-9B47CBA08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575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349D-67AD-4922-B4F0-BAB7BE230157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2D350-BF92-422D-9952-9B47CBA08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4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40670" y="523261"/>
            <a:ext cx="2784306" cy="8328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7751" y="523261"/>
            <a:ext cx="8191510" cy="8328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349D-67AD-4922-B4F0-BAB7BE230157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2D350-BF92-422D-9952-9B47CBA08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96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7750" y="523263"/>
            <a:ext cx="11137225" cy="1899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750" y="2616307"/>
            <a:ext cx="11137225" cy="6235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750" y="9109300"/>
            <a:ext cx="2905363" cy="523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5349D-67AD-4922-B4F0-BAB7BE230157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77340" y="9109300"/>
            <a:ext cx="4358045" cy="523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19612" y="9109300"/>
            <a:ext cx="2905363" cy="523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22D350-BF92-422D-9952-9B47CBA087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49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91316" rtl="0" eaLnBrk="1" latinLnBrk="0" hangingPunct="1">
        <a:lnSpc>
          <a:spcPct val="90000"/>
        </a:lnSpc>
        <a:spcBef>
          <a:spcPct val="0"/>
        </a:spcBef>
        <a:buNone/>
        <a:defRPr sz="62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2829" indent="-322829" algn="l" defTabSz="1291316" rtl="0" eaLnBrk="1" latinLnBrk="0" hangingPunct="1">
        <a:lnSpc>
          <a:spcPct val="90000"/>
        </a:lnSpc>
        <a:spcBef>
          <a:spcPts val="1412"/>
        </a:spcBef>
        <a:buFont typeface="Arial" panose="020B0604020202020204" pitchFamily="34" charset="0"/>
        <a:buChar char="•"/>
        <a:defRPr sz="3954" kern="1200">
          <a:solidFill>
            <a:schemeClr val="tx1"/>
          </a:solidFill>
          <a:latin typeface="+mn-lt"/>
          <a:ea typeface="+mn-ea"/>
          <a:cs typeface="+mn-cs"/>
        </a:defRPr>
      </a:lvl1pPr>
      <a:lvl2pPr marL="968487" indent="-322829" algn="l" defTabSz="1291316" rtl="0" eaLnBrk="1" latinLnBrk="0" hangingPunct="1">
        <a:lnSpc>
          <a:spcPct val="90000"/>
        </a:lnSpc>
        <a:spcBef>
          <a:spcPts val="706"/>
        </a:spcBef>
        <a:buFont typeface="Arial" panose="020B0604020202020204" pitchFamily="34" charset="0"/>
        <a:buChar char="•"/>
        <a:defRPr sz="3389" kern="1200">
          <a:solidFill>
            <a:schemeClr val="tx1"/>
          </a:solidFill>
          <a:latin typeface="+mn-lt"/>
          <a:ea typeface="+mn-ea"/>
          <a:cs typeface="+mn-cs"/>
        </a:defRPr>
      </a:lvl2pPr>
      <a:lvl3pPr marL="1614145" indent="-322829" algn="l" defTabSz="1291316" rtl="0" eaLnBrk="1" latinLnBrk="0" hangingPunct="1">
        <a:lnSpc>
          <a:spcPct val="90000"/>
        </a:lnSpc>
        <a:spcBef>
          <a:spcPts val="706"/>
        </a:spcBef>
        <a:buFont typeface="Arial" panose="020B0604020202020204" pitchFamily="34" charset="0"/>
        <a:buChar char="•"/>
        <a:defRPr sz="2824" kern="1200">
          <a:solidFill>
            <a:schemeClr val="tx1"/>
          </a:solidFill>
          <a:latin typeface="+mn-lt"/>
          <a:ea typeface="+mn-ea"/>
          <a:cs typeface="+mn-cs"/>
        </a:defRPr>
      </a:lvl3pPr>
      <a:lvl4pPr marL="2259802" indent="-322829" algn="l" defTabSz="1291316" rtl="0" eaLnBrk="1" latinLnBrk="0" hangingPunct="1">
        <a:lnSpc>
          <a:spcPct val="90000"/>
        </a:lnSpc>
        <a:spcBef>
          <a:spcPts val="706"/>
        </a:spcBef>
        <a:buFont typeface="Arial" panose="020B0604020202020204" pitchFamily="34" charset="0"/>
        <a:buChar char="•"/>
        <a:defRPr sz="2542" kern="1200">
          <a:solidFill>
            <a:schemeClr val="tx1"/>
          </a:solidFill>
          <a:latin typeface="+mn-lt"/>
          <a:ea typeface="+mn-ea"/>
          <a:cs typeface="+mn-cs"/>
        </a:defRPr>
      </a:lvl4pPr>
      <a:lvl5pPr marL="2905460" indent="-322829" algn="l" defTabSz="1291316" rtl="0" eaLnBrk="1" latinLnBrk="0" hangingPunct="1">
        <a:lnSpc>
          <a:spcPct val="90000"/>
        </a:lnSpc>
        <a:spcBef>
          <a:spcPts val="706"/>
        </a:spcBef>
        <a:buFont typeface="Arial" panose="020B0604020202020204" pitchFamily="34" charset="0"/>
        <a:buChar char="•"/>
        <a:defRPr sz="2542" kern="1200">
          <a:solidFill>
            <a:schemeClr val="tx1"/>
          </a:solidFill>
          <a:latin typeface="+mn-lt"/>
          <a:ea typeface="+mn-ea"/>
          <a:cs typeface="+mn-cs"/>
        </a:defRPr>
      </a:lvl5pPr>
      <a:lvl6pPr marL="3551118" indent="-322829" algn="l" defTabSz="1291316" rtl="0" eaLnBrk="1" latinLnBrk="0" hangingPunct="1">
        <a:lnSpc>
          <a:spcPct val="90000"/>
        </a:lnSpc>
        <a:spcBef>
          <a:spcPts val="706"/>
        </a:spcBef>
        <a:buFont typeface="Arial" panose="020B0604020202020204" pitchFamily="34" charset="0"/>
        <a:buChar char="•"/>
        <a:defRPr sz="2542" kern="1200">
          <a:solidFill>
            <a:schemeClr val="tx1"/>
          </a:solidFill>
          <a:latin typeface="+mn-lt"/>
          <a:ea typeface="+mn-ea"/>
          <a:cs typeface="+mn-cs"/>
        </a:defRPr>
      </a:lvl6pPr>
      <a:lvl7pPr marL="4196776" indent="-322829" algn="l" defTabSz="1291316" rtl="0" eaLnBrk="1" latinLnBrk="0" hangingPunct="1">
        <a:lnSpc>
          <a:spcPct val="90000"/>
        </a:lnSpc>
        <a:spcBef>
          <a:spcPts val="706"/>
        </a:spcBef>
        <a:buFont typeface="Arial" panose="020B0604020202020204" pitchFamily="34" charset="0"/>
        <a:buChar char="•"/>
        <a:defRPr sz="2542" kern="1200">
          <a:solidFill>
            <a:schemeClr val="tx1"/>
          </a:solidFill>
          <a:latin typeface="+mn-lt"/>
          <a:ea typeface="+mn-ea"/>
          <a:cs typeface="+mn-cs"/>
        </a:defRPr>
      </a:lvl7pPr>
      <a:lvl8pPr marL="4842434" indent="-322829" algn="l" defTabSz="1291316" rtl="0" eaLnBrk="1" latinLnBrk="0" hangingPunct="1">
        <a:lnSpc>
          <a:spcPct val="90000"/>
        </a:lnSpc>
        <a:spcBef>
          <a:spcPts val="706"/>
        </a:spcBef>
        <a:buFont typeface="Arial" panose="020B0604020202020204" pitchFamily="34" charset="0"/>
        <a:buChar char="•"/>
        <a:defRPr sz="2542" kern="1200">
          <a:solidFill>
            <a:schemeClr val="tx1"/>
          </a:solidFill>
          <a:latin typeface="+mn-lt"/>
          <a:ea typeface="+mn-ea"/>
          <a:cs typeface="+mn-cs"/>
        </a:defRPr>
      </a:lvl8pPr>
      <a:lvl9pPr marL="5488092" indent="-322829" algn="l" defTabSz="1291316" rtl="0" eaLnBrk="1" latinLnBrk="0" hangingPunct="1">
        <a:lnSpc>
          <a:spcPct val="90000"/>
        </a:lnSpc>
        <a:spcBef>
          <a:spcPts val="706"/>
        </a:spcBef>
        <a:buFont typeface="Arial" panose="020B0604020202020204" pitchFamily="34" charset="0"/>
        <a:buChar char="•"/>
        <a:defRPr sz="25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1316" rtl="0" eaLnBrk="1" latinLnBrk="0" hangingPunct="1">
        <a:defRPr sz="2542" kern="1200">
          <a:solidFill>
            <a:schemeClr val="tx1"/>
          </a:solidFill>
          <a:latin typeface="+mn-lt"/>
          <a:ea typeface="+mn-ea"/>
          <a:cs typeface="+mn-cs"/>
        </a:defRPr>
      </a:lvl1pPr>
      <a:lvl2pPr marL="645658" algn="l" defTabSz="1291316" rtl="0" eaLnBrk="1" latinLnBrk="0" hangingPunct="1">
        <a:defRPr sz="2542" kern="1200">
          <a:solidFill>
            <a:schemeClr val="tx1"/>
          </a:solidFill>
          <a:latin typeface="+mn-lt"/>
          <a:ea typeface="+mn-ea"/>
          <a:cs typeface="+mn-cs"/>
        </a:defRPr>
      </a:lvl2pPr>
      <a:lvl3pPr marL="1291316" algn="l" defTabSz="1291316" rtl="0" eaLnBrk="1" latinLnBrk="0" hangingPunct="1">
        <a:defRPr sz="2542" kern="1200">
          <a:solidFill>
            <a:schemeClr val="tx1"/>
          </a:solidFill>
          <a:latin typeface="+mn-lt"/>
          <a:ea typeface="+mn-ea"/>
          <a:cs typeface="+mn-cs"/>
        </a:defRPr>
      </a:lvl3pPr>
      <a:lvl4pPr marL="1936974" algn="l" defTabSz="1291316" rtl="0" eaLnBrk="1" latinLnBrk="0" hangingPunct="1">
        <a:defRPr sz="2542" kern="1200">
          <a:solidFill>
            <a:schemeClr val="tx1"/>
          </a:solidFill>
          <a:latin typeface="+mn-lt"/>
          <a:ea typeface="+mn-ea"/>
          <a:cs typeface="+mn-cs"/>
        </a:defRPr>
      </a:lvl4pPr>
      <a:lvl5pPr marL="2582631" algn="l" defTabSz="1291316" rtl="0" eaLnBrk="1" latinLnBrk="0" hangingPunct="1">
        <a:defRPr sz="2542" kern="1200">
          <a:solidFill>
            <a:schemeClr val="tx1"/>
          </a:solidFill>
          <a:latin typeface="+mn-lt"/>
          <a:ea typeface="+mn-ea"/>
          <a:cs typeface="+mn-cs"/>
        </a:defRPr>
      </a:lvl5pPr>
      <a:lvl6pPr marL="3228289" algn="l" defTabSz="1291316" rtl="0" eaLnBrk="1" latinLnBrk="0" hangingPunct="1">
        <a:defRPr sz="2542" kern="1200">
          <a:solidFill>
            <a:schemeClr val="tx1"/>
          </a:solidFill>
          <a:latin typeface="+mn-lt"/>
          <a:ea typeface="+mn-ea"/>
          <a:cs typeface="+mn-cs"/>
        </a:defRPr>
      </a:lvl6pPr>
      <a:lvl7pPr marL="3873947" algn="l" defTabSz="1291316" rtl="0" eaLnBrk="1" latinLnBrk="0" hangingPunct="1">
        <a:defRPr sz="2542" kern="1200">
          <a:solidFill>
            <a:schemeClr val="tx1"/>
          </a:solidFill>
          <a:latin typeface="+mn-lt"/>
          <a:ea typeface="+mn-ea"/>
          <a:cs typeface="+mn-cs"/>
        </a:defRPr>
      </a:lvl7pPr>
      <a:lvl8pPr marL="4519605" algn="l" defTabSz="1291316" rtl="0" eaLnBrk="1" latinLnBrk="0" hangingPunct="1">
        <a:defRPr sz="2542" kern="1200">
          <a:solidFill>
            <a:schemeClr val="tx1"/>
          </a:solidFill>
          <a:latin typeface="+mn-lt"/>
          <a:ea typeface="+mn-ea"/>
          <a:cs typeface="+mn-cs"/>
        </a:defRPr>
      </a:lvl8pPr>
      <a:lvl9pPr marL="5165263" algn="l" defTabSz="1291316" rtl="0" eaLnBrk="1" latinLnBrk="0" hangingPunct="1">
        <a:defRPr sz="25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B7BD48D-6D0D-74FC-CF62-C9A6A0F4E7E7}"/>
              </a:ext>
            </a:extLst>
          </p:cNvPr>
          <p:cNvGrpSpPr/>
          <p:nvPr/>
        </p:nvGrpSpPr>
        <p:grpSpPr>
          <a:xfrm>
            <a:off x="-293540" y="-112735"/>
            <a:ext cx="13206265" cy="10053681"/>
            <a:chOff x="-201632" y="-150312"/>
            <a:chExt cx="13206265" cy="1005368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0395F9B-E45E-883A-D2E9-E5B59BB588E0}"/>
                </a:ext>
              </a:extLst>
            </p:cNvPr>
            <p:cNvGrpSpPr/>
            <p:nvPr/>
          </p:nvGrpSpPr>
          <p:grpSpPr>
            <a:xfrm>
              <a:off x="-201632" y="-150312"/>
              <a:ext cx="10398213" cy="10053681"/>
              <a:chOff x="-201632" y="-150312"/>
              <a:chExt cx="10398213" cy="1005368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ACBDA0CA-66B1-8D74-13F3-25A02C0AF90A}"/>
                  </a:ext>
                </a:extLst>
              </p:cNvPr>
              <p:cNvGrpSpPr/>
              <p:nvPr/>
            </p:nvGrpSpPr>
            <p:grpSpPr>
              <a:xfrm>
                <a:off x="-201632" y="-150312"/>
                <a:ext cx="10398213" cy="6659738"/>
                <a:chOff x="-201632" y="-150312"/>
                <a:chExt cx="10398213" cy="6659738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28C413AE-6D40-9A19-B1DD-A60F4B009A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201632" y="-44534"/>
                  <a:ext cx="10398213" cy="6134081"/>
                </a:xfrm>
                <a:prstGeom prst="rect">
                  <a:avLst/>
                </a:prstGeom>
              </p:spPr>
            </p:pic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B5466C8-4381-ABF7-CC5B-150AEDE4ABE7}"/>
                    </a:ext>
                  </a:extLst>
                </p:cNvPr>
                <p:cNvSpPr txBox="1"/>
                <p:nvPr/>
              </p:nvSpPr>
              <p:spPr>
                <a:xfrm>
                  <a:off x="-50102" y="-150312"/>
                  <a:ext cx="47108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400" b="1" dirty="0">
                      <a:latin typeface="Arabic 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E5E893B-5BFD-047E-2D78-AAD6D8FEADD9}"/>
                    </a:ext>
                  </a:extLst>
                </p:cNvPr>
                <p:cNvSpPr txBox="1"/>
                <p:nvPr/>
              </p:nvSpPr>
              <p:spPr>
                <a:xfrm>
                  <a:off x="21522" y="5945881"/>
                  <a:ext cx="47108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400" b="1" dirty="0">
                      <a:latin typeface="Arabic "/>
                      <a:cs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002108B-8384-351B-BE0B-FE4FD16A8B91}"/>
                    </a:ext>
                  </a:extLst>
                </p:cNvPr>
                <p:cNvSpPr txBox="1"/>
                <p:nvPr/>
              </p:nvSpPr>
              <p:spPr>
                <a:xfrm>
                  <a:off x="4316575" y="6045673"/>
                  <a:ext cx="47108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400" b="1" dirty="0">
                      <a:latin typeface="Arabic "/>
                      <a:cs typeface="Arial" panose="020B0604020202020204" pitchFamily="34" charset="0"/>
                    </a:rPr>
                    <a:t>d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A2B25AF-5FB6-0DA3-39F0-7307E018D90D}"/>
                    </a:ext>
                  </a:extLst>
                </p:cNvPr>
                <p:cNvSpPr txBox="1"/>
                <p:nvPr/>
              </p:nvSpPr>
              <p:spPr>
                <a:xfrm>
                  <a:off x="8615081" y="6047761"/>
                  <a:ext cx="47108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400" b="1" dirty="0">
                      <a:latin typeface="Arabic 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16428D56-5A14-91D2-C3D2-7B69522BE2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302" y="6193945"/>
                <a:ext cx="3950216" cy="3709424"/>
              </a:xfrm>
              <a:prstGeom prst="rect">
                <a:avLst/>
              </a:prstGeom>
            </p:spPr>
          </p:pic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810569E-2B39-6669-BABB-408987A60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6143" y="6334938"/>
              <a:ext cx="4597690" cy="353149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A182490-C42A-4FB1-C342-3582B8923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9859" y="6407546"/>
              <a:ext cx="4718810" cy="334179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8E975C8-BCEC-24A9-3B42-B085D6AFD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7112" y="1047939"/>
              <a:ext cx="4477521" cy="3941072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0E5151A-7120-6C5E-E234-250FECC20E44}"/>
                </a:ext>
              </a:extLst>
            </p:cNvPr>
            <p:cNvSpPr txBox="1"/>
            <p:nvPr/>
          </p:nvSpPr>
          <p:spPr>
            <a:xfrm>
              <a:off x="8615081" y="764218"/>
              <a:ext cx="5118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latin typeface="Arabic "/>
                  <a:cs typeface="Arial" panose="020B0604020202020204" pitchFamily="34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1941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2016</TotalTime>
  <Words>6</Words>
  <Application>Microsoft Office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Arabic 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2026-08-19T19:06:12Z</dcterms:created>
  <dcterms:modified xsi:type="dcterms:W3CDTF">2026-09-26T22:12:19Z</dcterms:modified>
</cp:coreProperties>
</file>