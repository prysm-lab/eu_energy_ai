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0752138" cy="105124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7" d="100"/>
          <a:sy n="57" d="100"/>
        </p:scale>
        <p:origin x="18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6411" y="1720437"/>
            <a:ext cx="9139317" cy="3659881"/>
          </a:xfrm>
        </p:spPr>
        <p:txBody>
          <a:bodyPr anchor="b"/>
          <a:lstStyle>
            <a:lvl1pPr algn="ctr">
              <a:defRPr sz="70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4017" y="5521457"/>
            <a:ext cx="8064104" cy="2538069"/>
          </a:xfrm>
        </p:spPr>
        <p:txBody>
          <a:bodyPr/>
          <a:lstStyle>
            <a:lvl1pPr marL="0" indent="0" algn="ctr">
              <a:buNone/>
              <a:defRPr sz="2822"/>
            </a:lvl1pPr>
            <a:lvl2pPr marL="537621" indent="0" algn="ctr">
              <a:buNone/>
              <a:defRPr sz="2352"/>
            </a:lvl2pPr>
            <a:lvl3pPr marL="1075243" indent="0" algn="ctr">
              <a:buNone/>
              <a:defRPr sz="2117"/>
            </a:lvl3pPr>
            <a:lvl4pPr marL="1612864" indent="0" algn="ctr">
              <a:buNone/>
              <a:defRPr sz="1881"/>
            </a:lvl4pPr>
            <a:lvl5pPr marL="2150486" indent="0" algn="ctr">
              <a:buNone/>
              <a:defRPr sz="1881"/>
            </a:lvl5pPr>
            <a:lvl6pPr marL="2688107" indent="0" algn="ctr">
              <a:buNone/>
              <a:defRPr sz="1881"/>
            </a:lvl6pPr>
            <a:lvl7pPr marL="3225729" indent="0" algn="ctr">
              <a:buNone/>
              <a:defRPr sz="1881"/>
            </a:lvl7pPr>
            <a:lvl8pPr marL="3763350" indent="0" algn="ctr">
              <a:buNone/>
              <a:defRPr sz="1881"/>
            </a:lvl8pPr>
            <a:lvl9pPr marL="4300972" indent="0" algn="ctr">
              <a:buNone/>
              <a:defRPr sz="188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DDE6-0EA9-4466-8930-B8A8F71A721B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BDC4-6127-4839-9702-85C123F95A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8747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DDE6-0EA9-4466-8930-B8A8F71A721B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BDC4-6127-4839-9702-85C123F95A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4983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610" y="2620809"/>
            <a:ext cx="9273719" cy="4372876"/>
          </a:xfrm>
        </p:spPr>
        <p:txBody>
          <a:bodyPr anchor="b"/>
          <a:lstStyle>
            <a:lvl1pPr>
              <a:defRPr sz="70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3610" y="7035054"/>
            <a:ext cx="9273719" cy="2299592"/>
          </a:xfrm>
        </p:spPr>
        <p:txBody>
          <a:bodyPr/>
          <a:lstStyle>
            <a:lvl1pPr marL="0" indent="0">
              <a:buNone/>
              <a:defRPr sz="2822">
                <a:solidFill>
                  <a:schemeClr val="tx1">
                    <a:tint val="82000"/>
                  </a:schemeClr>
                </a:solidFill>
              </a:defRPr>
            </a:lvl1pPr>
            <a:lvl2pPr marL="537621" indent="0">
              <a:buNone/>
              <a:defRPr sz="2352">
                <a:solidFill>
                  <a:schemeClr val="tx1">
                    <a:tint val="82000"/>
                  </a:schemeClr>
                </a:solidFill>
              </a:defRPr>
            </a:lvl2pPr>
            <a:lvl3pPr marL="1075243" indent="0">
              <a:buNone/>
              <a:defRPr sz="2117">
                <a:solidFill>
                  <a:schemeClr val="tx1">
                    <a:tint val="82000"/>
                  </a:schemeClr>
                </a:solidFill>
              </a:defRPr>
            </a:lvl3pPr>
            <a:lvl4pPr marL="1612864" indent="0">
              <a:buNone/>
              <a:defRPr sz="1881">
                <a:solidFill>
                  <a:schemeClr val="tx1">
                    <a:tint val="82000"/>
                  </a:schemeClr>
                </a:solidFill>
              </a:defRPr>
            </a:lvl4pPr>
            <a:lvl5pPr marL="2150486" indent="0">
              <a:buNone/>
              <a:defRPr sz="1881">
                <a:solidFill>
                  <a:schemeClr val="tx1">
                    <a:tint val="82000"/>
                  </a:schemeClr>
                </a:solidFill>
              </a:defRPr>
            </a:lvl5pPr>
            <a:lvl6pPr marL="2688107" indent="0">
              <a:buNone/>
              <a:defRPr sz="1881">
                <a:solidFill>
                  <a:schemeClr val="tx1">
                    <a:tint val="82000"/>
                  </a:schemeClr>
                </a:solidFill>
              </a:defRPr>
            </a:lvl6pPr>
            <a:lvl7pPr marL="3225729" indent="0">
              <a:buNone/>
              <a:defRPr sz="1881">
                <a:solidFill>
                  <a:schemeClr val="tx1">
                    <a:tint val="82000"/>
                  </a:schemeClr>
                </a:solidFill>
              </a:defRPr>
            </a:lvl7pPr>
            <a:lvl8pPr marL="3763350" indent="0">
              <a:buNone/>
              <a:defRPr sz="1881">
                <a:solidFill>
                  <a:schemeClr val="tx1">
                    <a:tint val="82000"/>
                  </a:schemeClr>
                </a:solidFill>
              </a:defRPr>
            </a:lvl8pPr>
            <a:lvl9pPr marL="4300972" indent="0">
              <a:buNone/>
              <a:defRPr sz="188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DDE6-0EA9-4466-8930-B8A8F71A721B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BDC4-6127-4839-9702-85C123F95A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5860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9209" y="2798447"/>
            <a:ext cx="4569659" cy="6670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43270" y="2798447"/>
            <a:ext cx="4569659" cy="6670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DDE6-0EA9-4466-8930-B8A8F71A721B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BDC4-6127-4839-9702-85C123F95A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7311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610" y="559692"/>
            <a:ext cx="9273719" cy="20319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11" y="2577005"/>
            <a:ext cx="4548658" cy="1262950"/>
          </a:xfrm>
        </p:spPr>
        <p:txBody>
          <a:bodyPr anchor="b"/>
          <a:lstStyle>
            <a:lvl1pPr marL="0" indent="0">
              <a:buNone/>
              <a:defRPr sz="2822" b="1"/>
            </a:lvl1pPr>
            <a:lvl2pPr marL="537621" indent="0">
              <a:buNone/>
              <a:defRPr sz="2352" b="1"/>
            </a:lvl2pPr>
            <a:lvl3pPr marL="1075243" indent="0">
              <a:buNone/>
              <a:defRPr sz="2117" b="1"/>
            </a:lvl3pPr>
            <a:lvl4pPr marL="1612864" indent="0">
              <a:buNone/>
              <a:defRPr sz="1881" b="1"/>
            </a:lvl4pPr>
            <a:lvl5pPr marL="2150486" indent="0">
              <a:buNone/>
              <a:defRPr sz="1881" b="1"/>
            </a:lvl5pPr>
            <a:lvl6pPr marL="2688107" indent="0">
              <a:buNone/>
              <a:defRPr sz="1881" b="1"/>
            </a:lvl6pPr>
            <a:lvl7pPr marL="3225729" indent="0">
              <a:buNone/>
              <a:defRPr sz="1881" b="1"/>
            </a:lvl7pPr>
            <a:lvl8pPr marL="3763350" indent="0">
              <a:buNone/>
              <a:defRPr sz="1881" b="1"/>
            </a:lvl8pPr>
            <a:lvl9pPr marL="4300972" indent="0">
              <a:buNone/>
              <a:defRPr sz="188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11" y="3839955"/>
            <a:ext cx="4548658" cy="56479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3271" y="2577005"/>
            <a:ext cx="4571059" cy="1262950"/>
          </a:xfrm>
        </p:spPr>
        <p:txBody>
          <a:bodyPr anchor="b"/>
          <a:lstStyle>
            <a:lvl1pPr marL="0" indent="0">
              <a:buNone/>
              <a:defRPr sz="2822" b="1"/>
            </a:lvl1pPr>
            <a:lvl2pPr marL="537621" indent="0">
              <a:buNone/>
              <a:defRPr sz="2352" b="1"/>
            </a:lvl2pPr>
            <a:lvl3pPr marL="1075243" indent="0">
              <a:buNone/>
              <a:defRPr sz="2117" b="1"/>
            </a:lvl3pPr>
            <a:lvl4pPr marL="1612864" indent="0">
              <a:buNone/>
              <a:defRPr sz="1881" b="1"/>
            </a:lvl4pPr>
            <a:lvl5pPr marL="2150486" indent="0">
              <a:buNone/>
              <a:defRPr sz="1881" b="1"/>
            </a:lvl5pPr>
            <a:lvl6pPr marL="2688107" indent="0">
              <a:buNone/>
              <a:defRPr sz="1881" b="1"/>
            </a:lvl6pPr>
            <a:lvl7pPr marL="3225729" indent="0">
              <a:buNone/>
              <a:defRPr sz="1881" b="1"/>
            </a:lvl7pPr>
            <a:lvl8pPr marL="3763350" indent="0">
              <a:buNone/>
              <a:defRPr sz="1881" b="1"/>
            </a:lvl8pPr>
            <a:lvl9pPr marL="4300972" indent="0">
              <a:buNone/>
              <a:defRPr sz="188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3271" y="3839955"/>
            <a:ext cx="4571059" cy="56479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DDE6-0EA9-4466-8930-B8A8F71A721B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BDC4-6127-4839-9702-85C123F95A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3385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DDE6-0EA9-4466-8930-B8A8F71A721B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BDC4-6127-4839-9702-85C123F95A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1514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DDE6-0EA9-4466-8930-B8A8F71A721B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BDC4-6127-4839-9702-85C123F95A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3430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610" y="700828"/>
            <a:ext cx="3467844" cy="2452899"/>
          </a:xfrm>
        </p:spPr>
        <p:txBody>
          <a:bodyPr anchor="b"/>
          <a:lstStyle>
            <a:lvl1pPr>
              <a:defRPr sz="37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059" y="1513597"/>
            <a:ext cx="5443270" cy="7470635"/>
          </a:xfrm>
        </p:spPr>
        <p:txBody>
          <a:bodyPr/>
          <a:lstStyle>
            <a:lvl1pPr>
              <a:defRPr sz="3763"/>
            </a:lvl1pPr>
            <a:lvl2pPr>
              <a:defRPr sz="3293"/>
            </a:lvl2pPr>
            <a:lvl3pPr>
              <a:defRPr sz="2822"/>
            </a:lvl3pPr>
            <a:lvl4pPr>
              <a:defRPr sz="2352"/>
            </a:lvl4pPr>
            <a:lvl5pPr>
              <a:defRPr sz="2352"/>
            </a:lvl5pPr>
            <a:lvl6pPr>
              <a:defRPr sz="2352"/>
            </a:lvl6pPr>
            <a:lvl7pPr>
              <a:defRPr sz="2352"/>
            </a:lvl7pPr>
            <a:lvl8pPr>
              <a:defRPr sz="2352"/>
            </a:lvl8pPr>
            <a:lvl9pPr>
              <a:defRPr sz="235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0610" y="3153728"/>
            <a:ext cx="3467844" cy="5842670"/>
          </a:xfrm>
        </p:spPr>
        <p:txBody>
          <a:bodyPr/>
          <a:lstStyle>
            <a:lvl1pPr marL="0" indent="0">
              <a:buNone/>
              <a:defRPr sz="1881"/>
            </a:lvl1pPr>
            <a:lvl2pPr marL="537621" indent="0">
              <a:buNone/>
              <a:defRPr sz="1646"/>
            </a:lvl2pPr>
            <a:lvl3pPr marL="1075243" indent="0">
              <a:buNone/>
              <a:defRPr sz="1411"/>
            </a:lvl3pPr>
            <a:lvl4pPr marL="1612864" indent="0">
              <a:buNone/>
              <a:defRPr sz="1176"/>
            </a:lvl4pPr>
            <a:lvl5pPr marL="2150486" indent="0">
              <a:buNone/>
              <a:defRPr sz="1176"/>
            </a:lvl5pPr>
            <a:lvl6pPr marL="2688107" indent="0">
              <a:buNone/>
              <a:defRPr sz="1176"/>
            </a:lvl6pPr>
            <a:lvl7pPr marL="3225729" indent="0">
              <a:buNone/>
              <a:defRPr sz="1176"/>
            </a:lvl7pPr>
            <a:lvl8pPr marL="3763350" indent="0">
              <a:buNone/>
              <a:defRPr sz="1176"/>
            </a:lvl8pPr>
            <a:lvl9pPr marL="4300972" indent="0">
              <a:buNone/>
              <a:defRPr sz="11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DDE6-0EA9-4466-8930-B8A8F71A721B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BDC4-6127-4839-9702-85C123F95A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6933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610" y="700828"/>
            <a:ext cx="3467844" cy="2452899"/>
          </a:xfrm>
        </p:spPr>
        <p:txBody>
          <a:bodyPr anchor="b"/>
          <a:lstStyle>
            <a:lvl1pPr>
              <a:defRPr sz="37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1059" y="1513597"/>
            <a:ext cx="5443270" cy="7470635"/>
          </a:xfrm>
        </p:spPr>
        <p:txBody>
          <a:bodyPr anchor="t"/>
          <a:lstStyle>
            <a:lvl1pPr marL="0" indent="0">
              <a:buNone/>
              <a:defRPr sz="3763"/>
            </a:lvl1pPr>
            <a:lvl2pPr marL="537621" indent="0">
              <a:buNone/>
              <a:defRPr sz="3293"/>
            </a:lvl2pPr>
            <a:lvl3pPr marL="1075243" indent="0">
              <a:buNone/>
              <a:defRPr sz="2822"/>
            </a:lvl3pPr>
            <a:lvl4pPr marL="1612864" indent="0">
              <a:buNone/>
              <a:defRPr sz="2352"/>
            </a:lvl4pPr>
            <a:lvl5pPr marL="2150486" indent="0">
              <a:buNone/>
              <a:defRPr sz="2352"/>
            </a:lvl5pPr>
            <a:lvl6pPr marL="2688107" indent="0">
              <a:buNone/>
              <a:defRPr sz="2352"/>
            </a:lvl6pPr>
            <a:lvl7pPr marL="3225729" indent="0">
              <a:buNone/>
              <a:defRPr sz="2352"/>
            </a:lvl7pPr>
            <a:lvl8pPr marL="3763350" indent="0">
              <a:buNone/>
              <a:defRPr sz="2352"/>
            </a:lvl8pPr>
            <a:lvl9pPr marL="4300972" indent="0">
              <a:buNone/>
              <a:defRPr sz="235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0610" y="3153728"/>
            <a:ext cx="3467844" cy="5842670"/>
          </a:xfrm>
        </p:spPr>
        <p:txBody>
          <a:bodyPr/>
          <a:lstStyle>
            <a:lvl1pPr marL="0" indent="0">
              <a:buNone/>
              <a:defRPr sz="1881"/>
            </a:lvl1pPr>
            <a:lvl2pPr marL="537621" indent="0">
              <a:buNone/>
              <a:defRPr sz="1646"/>
            </a:lvl2pPr>
            <a:lvl3pPr marL="1075243" indent="0">
              <a:buNone/>
              <a:defRPr sz="1411"/>
            </a:lvl3pPr>
            <a:lvl4pPr marL="1612864" indent="0">
              <a:buNone/>
              <a:defRPr sz="1176"/>
            </a:lvl4pPr>
            <a:lvl5pPr marL="2150486" indent="0">
              <a:buNone/>
              <a:defRPr sz="1176"/>
            </a:lvl5pPr>
            <a:lvl6pPr marL="2688107" indent="0">
              <a:buNone/>
              <a:defRPr sz="1176"/>
            </a:lvl6pPr>
            <a:lvl7pPr marL="3225729" indent="0">
              <a:buNone/>
              <a:defRPr sz="1176"/>
            </a:lvl7pPr>
            <a:lvl8pPr marL="3763350" indent="0">
              <a:buNone/>
              <a:defRPr sz="1176"/>
            </a:lvl8pPr>
            <a:lvl9pPr marL="4300972" indent="0">
              <a:buNone/>
              <a:defRPr sz="11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DDE6-0EA9-4466-8930-B8A8F71A721B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BDC4-6127-4839-9702-85C123F95A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3470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DDE6-0EA9-4466-8930-B8A8F71A721B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BDC4-6127-4839-9702-85C123F95A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5477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4499" y="559689"/>
            <a:ext cx="2318430" cy="89087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9210" y="559689"/>
            <a:ext cx="6820888" cy="89087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DDE6-0EA9-4466-8930-B8A8F71A721B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ABDC4-6127-4839-9702-85C123F95A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5020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9210" y="559692"/>
            <a:ext cx="9273719" cy="2031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210" y="2798447"/>
            <a:ext cx="9273719" cy="6670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9210" y="9743463"/>
            <a:ext cx="2419231" cy="5596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E5DDE6-0EA9-4466-8930-B8A8F71A721B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61646" y="9743463"/>
            <a:ext cx="3628847" cy="5596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93697" y="9743463"/>
            <a:ext cx="2419231" cy="5596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2ABDC4-6127-4839-9702-85C123F95A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6997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75243" rtl="0" eaLnBrk="1" latinLnBrk="0" hangingPunct="1">
        <a:lnSpc>
          <a:spcPct val="90000"/>
        </a:lnSpc>
        <a:spcBef>
          <a:spcPct val="0"/>
        </a:spcBef>
        <a:buNone/>
        <a:defRPr sz="517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8811" indent="-268811" algn="l" defTabSz="1075243" rtl="0" eaLnBrk="1" latinLnBrk="0" hangingPunct="1">
        <a:lnSpc>
          <a:spcPct val="90000"/>
        </a:lnSpc>
        <a:spcBef>
          <a:spcPts val="1176"/>
        </a:spcBef>
        <a:buFont typeface="Arial" panose="020B0604020202020204" pitchFamily="34" charset="0"/>
        <a:buChar char="•"/>
        <a:defRPr sz="3293" kern="1200">
          <a:solidFill>
            <a:schemeClr val="tx1"/>
          </a:solidFill>
          <a:latin typeface="+mn-lt"/>
          <a:ea typeface="+mn-ea"/>
          <a:cs typeface="+mn-cs"/>
        </a:defRPr>
      </a:lvl1pPr>
      <a:lvl2pPr marL="806432" indent="-268811" algn="l" defTabSz="1075243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2822" kern="1200">
          <a:solidFill>
            <a:schemeClr val="tx1"/>
          </a:solidFill>
          <a:latin typeface="+mn-lt"/>
          <a:ea typeface="+mn-ea"/>
          <a:cs typeface="+mn-cs"/>
        </a:defRPr>
      </a:lvl2pPr>
      <a:lvl3pPr marL="1344054" indent="-268811" algn="l" defTabSz="1075243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2352" kern="1200">
          <a:solidFill>
            <a:schemeClr val="tx1"/>
          </a:solidFill>
          <a:latin typeface="+mn-lt"/>
          <a:ea typeface="+mn-ea"/>
          <a:cs typeface="+mn-cs"/>
        </a:defRPr>
      </a:lvl3pPr>
      <a:lvl4pPr marL="1881675" indent="-268811" algn="l" defTabSz="1075243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2117" kern="1200">
          <a:solidFill>
            <a:schemeClr val="tx1"/>
          </a:solidFill>
          <a:latin typeface="+mn-lt"/>
          <a:ea typeface="+mn-ea"/>
          <a:cs typeface="+mn-cs"/>
        </a:defRPr>
      </a:lvl4pPr>
      <a:lvl5pPr marL="2419297" indent="-268811" algn="l" defTabSz="1075243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2117" kern="1200">
          <a:solidFill>
            <a:schemeClr val="tx1"/>
          </a:solidFill>
          <a:latin typeface="+mn-lt"/>
          <a:ea typeface="+mn-ea"/>
          <a:cs typeface="+mn-cs"/>
        </a:defRPr>
      </a:lvl5pPr>
      <a:lvl6pPr marL="2956918" indent="-268811" algn="l" defTabSz="1075243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2117" kern="1200">
          <a:solidFill>
            <a:schemeClr val="tx1"/>
          </a:solidFill>
          <a:latin typeface="+mn-lt"/>
          <a:ea typeface="+mn-ea"/>
          <a:cs typeface="+mn-cs"/>
        </a:defRPr>
      </a:lvl6pPr>
      <a:lvl7pPr marL="3494540" indent="-268811" algn="l" defTabSz="1075243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2117" kern="1200">
          <a:solidFill>
            <a:schemeClr val="tx1"/>
          </a:solidFill>
          <a:latin typeface="+mn-lt"/>
          <a:ea typeface="+mn-ea"/>
          <a:cs typeface="+mn-cs"/>
        </a:defRPr>
      </a:lvl7pPr>
      <a:lvl8pPr marL="4032161" indent="-268811" algn="l" defTabSz="1075243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2117" kern="1200">
          <a:solidFill>
            <a:schemeClr val="tx1"/>
          </a:solidFill>
          <a:latin typeface="+mn-lt"/>
          <a:ea typeface="+mn-ea"/>
          <a:cs typeface="+mn-cs"/>
        </a:defRPr>
      </a:lvl8pPr>
      <a:lvl9pPr marL="4569783" indent="-268811" algn="l" defTabSz="1075243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21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5243" rtl="0" eaLnBrk="1" latinLnBrk="0" hangingPunct="1">
        <a:defRPr sz="2117" kern="1200">
          <a:solidFill>
            <a:schemeClr val="tx1"/>
          </a:solidFill>
          <a:latin typeface="+mn-lt"/>
          <a:ea typeface="+mn-ea"/>
          <a:cs typeface="+mn-cs"/>
        </a:defRPr>
      </a:lvl1pPr>
      <a:lvl2pPr marL="537621" algn="l" defTabSz="1075243" rtl="0" eaLnBrk="1" latinLnBrk="0" hangingPunct="1">
        <a:defRPr sz="2117" kern="1200">
          <a:solidFill>
            <a:schemeClr val="tx1"/>
          </a:solidFill>
          <a:latin typeface="+mn-lt"/>
          <a:ea typeface="+mn-ea"/>
          <a:cs typeface="+mn-cs"/>
        </a:defRPr>
      </a:lvl2pPr>
      <a:lvl3pPr marL="1075243" algn="l" defTabSz="1075243" rtl="0" eaLnBrk="1" latinLnBrk="0" hangingPunct="1">
        <a:defRPr sz="2117" kern="1200">
          <a:solidFill>
            <a:schemeClr val="tx1"/>
          </a:solidFill>
          <a:latin typeface="+mn-lt"/>
          <a:ea typeface="+mn-ea"/>
          <a:cs typeface="+mn-cs"/>
        </a:defRPr>
      </a:lvl3pPr>
      <a:lvl4pPr marL="1612864" algn="l" defTabSz="1075243" rtl="0" eaLnBrk="1" latinLnBrk="0" hangingPunct="1">
        <a:defRPr sz="2117" kern="1200">
          <a:solidFill>
            <a:schemeClr val="tx1"/>
          </a:solidFill>
          <a:latin typeface="+mn-lt"/>
          <a:ea typeface="+mn-ea"/>
          <a:cs typeface="+mn-cs"/>
        </a:defRPr>
      </a:lvl4pPr>
      <a:lvl5pPr marL="2150486" algn="l" defTabSz="1075243" rtl="0" eaLnBrk="1" latinLnBrk="0" hangingPunct="1">
        <a:defRPr sz="2117" kern="1200">
          <a:solidFill>
            <a:schemeClr val="tx1"/>
          </a:solidFill>
          <a:latin typeface="+mn-lt"/>
          <a:ea typeface="+mn-ea"/>
          <a:cs typeface="+mn-cs"/>
        </a:defRPr>
      </a:lvl5pPr>
      <a:lvl6pPr marL="2688107" algn="l" defTabSz="1075243" rtl="0" eaLnBrk="1" latinLnBrk="0" hangingPunct="1">
        <a:defRPr sz="2117" kern="1200">
          <a:solidFill>
            <a:schemeClr val="tx1"/>
          </a:solidFill>
          <a:latin typeface="+mn-lt"/>
          <a:ea typeface="+mn-ea"/>
          <a:cs typeface="+mn-cs"/>
        </a:defRPr>
      </a:lvl6pPr>
      <a:lvl7pPr marL="3225729" algn="l" defTabSz="1075243" rtl="0" eaLnBrk="1" latinLnBrk="0" hangingPunct="1">
        <a:defRPr sz="2117" kern="1200">
          <a:solidFill>
            <a:schemeClr val="tx1"/>
          </a:solidFill>
          <a:latin typeface="+mn-lt"/>
          <a:ea typeface="+mn-ea"/>
          <a:cs typeface="+mn-cs"/>
        </a:defRPr>
      </a:lvl7pPr>
      <a:lvl8pPr marL="3763350" algn="l" defTabSz="1075243" rtl="0" eaLnBrk="1" latinLnBrk="0" hangingPunct="1">
        <a:defRPr sz="2117" kern="1200">
          <a:solidFill>
            <a:schemeClr val="tx1"/>
          </a:solidFill>
          <a:latin typeface="+mn-lt"/>
          <a:ea typeface="+mn-ea"/>
          <a:cs typeface="+mn-cs"/>
        </a:defRPr>
      </a:lvl8pPr>
      <a:lvl9pPr marL="4300972" algn="l" defTabSz="1075243" rtl="0" eaLnBrk="1" latinLnBrk="0" hangingPunct="1">
        <a:defRPr sz="21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217A185A-E605-05F6-605B-400835CB5DBE}"/>
              </a:ext>
            </a:extLst>
          </p:cNvPr>
          <p:cNvGrpSpPr/>
          <p:nvPr/>
        </p:nvGrpSpPr>
        <p:grpSpPr>
          <a:xfrm>
            <a:off x="-50102" y="-150312"/>
            <a:ext cx="10795703" cy="10743419"/>
            <a:chOff x="-50102" y="-150312"/>
            <a:chExt cx="10795703" cy="1074341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FF20855-9F49-AD51-EE94-08D4BED6C7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17239" y="364263"/>
              <a:ext cx="5828362" cy="281236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C82CC06-57ED-5A4B-ACCA-335C9A3FE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78" y="122827"/>
              <a:ext cx="4876898" cy="348349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81CE3BC-3F09-CE96-DD5D-E42EB9F36A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8188" y="3700131"/>
              <a:ext cx="9093770" cy="6892976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7413E21-85F7-8C54-928D-1F1B7D28BE86}"/>
                </a:ext>
              </a:extLst>
            </p:cNvPr>
            <p:cNvSpPr txBox="1"/>
            <p:nvPr/>
          </p:nvSpPr>
          <p:spPr>
            <a:xfrm>
              <a:off x="-50102" y="-150312"/>
              <a:ext cx="4710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latin typeface="Arabic 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6EA78D9-E1F9-9FCA-BEFF-25A91357E533}"/>
                </a:ext>
              </a:extLst>
            </p:cNvPr>
            <p:cNvSpPr txBox="1"/>
            <p:nvPr/>
          </p:nvSpPr>
          <p:spPr>
            <a:xfrm>
              <a:off x="4867400" y="-108006"/>
              <a:ext cx="3413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latin typeface="Arabic 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518FED0-4885-AADF-7A42-529757FCB6F7}"/>
                </a:ext>
              </a:extLst>
            </p:cNvPr>
            <p:cNvSpPr txBox="1"/>
            <p:nvPr/>
          </p:nvSpPr>
          <p:spPr>
            <a:xfrm>
              <a:off x="690180" y="3575224"/>
              <a:ext cx="4710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latin typeface="Arabic "/>
                  <a:cs typeface="Arial" panose="020B0604020202020204" pitchFamily="34" charset="0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3862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3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Arabic 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Hemmati</dc:creator>
  <cp:lastModifiedBy>Mohammad Hemmati</cp:lastModifiedBy>
  <cp:revision>1</cp:revision>
  <dcterms:created xsi:type="dcterms:W3CDTF">2026-09-26T19:21:02Z</dcterms:created>
  <dcterms:modified xsi:type="dcterms:W3CDTF">2026-09-26T19:24:54Z</dcterms:modified>
</cp:coreProperties>
</file>