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1112500" cy="11160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18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3438" y="1826438"/>
            <a:ext cx="9445625" cy="3885377"/>
          </a:xfrm>
        </p:spPr>
        <p:txBody>
          <a:bodyPr anchor="b"/>
          <a:lstStyle>
            <a:lvl1pPr algn="ctr">
              <a:defRPr sz="72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063" y="5861650"/>
            <a:ext cx="8334375" cy="2694446"/>
          </a:xfrm>
        </p:spPr>
        <p:txBody>
          <a:bodyPr/>
          <a:lstStyle>
            <a:lvl1pPr marL="0" indent="0" algn="ctr">
              <a:buNone/>
              <a:defRPr sz="2917"/>
            </a:lvl1pPr>
            <a:lvl2pPr marL="555635" indent="0" algn="ctr">
              <a:buNone/>
              <a:defRPr sz="2431"/>
            </a:lvl2pPr>
            <a:lvl3pPr marL="1111270" indent="0" algn="ctr">
              <a:buNone/>
              <a:defRPr sz="2188"/>
            </a:lvl3pPr>
            <a:lvl4pPr marL="1666905" indent="0" algn="ctr">
              <a:buNone/>
              <a:defRPr sz="1944"/>
            </a:lvl4pPr>
            <a:lvl5pPr marL="2222541" indent="0" algn="ctr">
              <a:buNone/>
              <a:defRPr sz="1944"/>
            </a:lvl5pPr>
            <a:lvl6pPr marL="2778176" indent="0" algn="ctr">
              <a:buNone/>
              <a:defRPr sz="1944"/>
            </a:lvl6pPr>
            <a:lvl7pPr marL="3333811" indent="0" algn="ctr">
              <a:buNone/>
              <a:defRPr sz="1944"/>
            </a:lvl7pPr>
            <a:lvl8pPr marL="3889446" indent="0" algn="ctr">
              <a:buNone/>
              <a:defRPr sz="1944"/>
            </a:lvl8pPr>
            <a:lvl9pPr marL="4445081" indent="0" algn="ctr">
              <a:buNone/>
              <a:defRPr sz="19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3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26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197" y="2782285"/>
            <a:ext cx="9584531" cy="4642301"/>
          </a:xfrm>
        </p:spPr>
        <p:txBody>
          <a:bodyPr anchor="b"/>
          <a:lstStyle>
            <a:lvl1pPr>
              <a:defRPr sz="72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197" y="7468503"/>
            <a:ext cx="9584531" cy="2441277"/>
          </a:xfrm>
        </p:spPr>
        <p:txBody>
          <a:bodyPr/>
          <a:lstStyle>
            <a:lvl1pPr marL="0" indent="0">
              <a:buNone/>
              <a:defRPr sz="2917">
                <a:solidFill>
                  <a:schemeClr val="tx1">
                    <a:tint val="82000"/>
                  </a:schemeClr>
                </a:solidFill>
              </a:defRPr>
            </a:lvl1pPr>
            <a:lvl2pPr marL="555635" indent="0">
              <a:buNone/>
              <a:defRPr sz="2431">
                <a:solidFill>
                  <a:schemeClr val="tx1">
                    <a:tint val="82000"/>
                  </a:schemeClr>
                </a:solidFill>
              </a:defRPr>
            </a:lvl2pPr>
            <a:lvl3pPr marL="1111270" indent="0">
              <a:buNone/>
              <a:defRPr sz="2188">
                <a:solidFill>
                  <a:schemeClr val="tx1">
                    <a:tint val="82000"/>
                  </a:schemeClr>
                </a:solidFill>
              </a:defRPr>
            </a:lvl3pPr>
            <a:lvl4pPr marL="1666905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4pPr>
            <a:lvl5pPr marL="2222541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5pPr>
            <a:lvl6pPr marL="2778176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6pPr>
            <a:lvl7pPr marL="3333811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7pPr>
            <a:lvl8pPr marL="3889446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8pPr>
            <a:lvl9pPr marL="4445081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54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3984" y="2970867"/>
            <a:ext cx="4722813" cy="7080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5703" y="2970867"/>
            <a:ext cx="4722813" cy="7080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05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594176"/>
            <a:ext cx="9584531" cy="21571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433" y="2735782"/>
            <a:ext cx="4701108" cy="1340764"/>
          </a:xfrm>
        </p:spPr>
        <p:txBody>
          <a:bodyPr anchor="b"/>
          <a:lstStyle>
            <a:lvl1pPr marL="0" indent="0">
              <a:buNone/>
              <a:defRPr sz="2917" b="1"/>
            </a:lvl1pPr>
            <a:lvl2pPr marL="555635" indent="0">
              <a:buNone/>
              <a:defRPr sz="2431" b="1"/>
            </a:lvl2pPr>
            <a:lvl3pPr marL="1111270" indent="0">
              <a:buNone/>
              <a:defRPr sz="2188" b="1"/>
            </a:lvl3pPr>
            <a:lvl4pPr marL="1666905" indent="0">
              <a:buNone/>
              <a:defRPr sz="1944" b="1"/>
            </a:lvl4pPr>
            <a:lvl5pPr marL="2222541" indent="0">
              <a:buNone/>
              <a:defRPr sz="1944" b="1"/>
            </a:lvl5pPr>
            <a:lvl6pPr marL="2778176" indent="0">
              <a:buNone/>
              <a:defRPr sz="1944" b="1"/>
            </a:lvl6pPr>
            <a:lvl7pPr marL="3333811" indent="0">
              <a:buNone/>
              <a:defRPr sz="1944" b="1"/>
            </a:lvl7pPr>
            <a:lvl8pPr marL="3889446" indent="0">
              <a:buNone/>
              <a:defRPr sz="1944" b="1"/>
            </a:lvl8pPr>
            <a:lvl9pPr marL="4445081" indent="0">
              <a:buNone/>
              <a:defRPr sz="19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33" y="4076545"/>
            <a:ext cx="4701108" cy="5995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5704" y="2735782"/>
            <a:ext cx="4724260" cy="1340764"/>
          </a:xfrm>
        </p:spPr>
        <p:txBody>
          <a:bodyPr anchor="b"/>
          <a:lstStyle>
            <a:lvl1pPr marL="0" indent="0">
              <a:buNone/>
              <a:defRPr sz="2917" b="1"/>
            </a:lvl1pPr>
            <a:lvl2pPr marL="555635" indent="0">
              <a:buNone/>
              <a:defRPr sz="2431" b="1"/>
            </a:lvl2pPr>
            <a:lvl3pPr marL="1111270" indent="0">
              <a:buNone/>
              <a:defRPr sz="2188" b="1"/>
            </a:lvl3pPr>
            <a:lvl4pPr marL="1666905" indent="0">
              <a:buNone/>
              <a:defRPr sz="1944" b="1"/>
            </a:lvl4pPr>
            <a:lvl5pPr marL="2222541" indent="0">
              <a:buNone/>
              <a:defRPr sz="1944" b="1"/>
            </a:lvl5pPr>
            <a:lvl6pPr marL="2778176" indent="0">
              <a:buNone/>
              <a:defRPr sz="1944" b="1"/>
            </a:lvl6pPr>
            <a:lvl7pPr marL="3333811" indent="0">
              <a:buNone/>
              <a:defRPr sz="1944" b="1"/>
            </a:lvl7pPr>
            <a:lvl8pPr marL="3889446" indent="0">
              <a:buNone/>
              <a:defRPr sz="1944" b="1"/>
            </a:lvl8pPr>
            <a:lvl9pPr marL="4445081" indent="0">
              <a:buNone/>
              <a:defRPr sz="19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25704" y="4076545"/>
            <a:ext cx="4724260" cy="5995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97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6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40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744008"/>
            <a:ext cx="3584070" cy="2604029"/>
          </a:xfrm>
        </p:spPr>
        <p:txBody>
          <a:bodyPr anchor="b"/>
          <a:lstStyle>
            <a:lvl1pPr>
              <a:defRPr sz="3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260" y="1606854"/>
            <a:ext cx="5625703" cy="7930922"/>
          </a:xfrm>
        </p:spPr>
        <p:txBody>
          <a:bodyPr/>
          <a:lstStyle>
            <a:lvl1pPr>
              <a:defRPr sz="3889"/>
            </a:lvl1pPr>
            <a:lvl2pPr>
              <a:defRPr sz="3403"/>
            </a:lvl2pPr>
            <a:lvl3pPr>
              <a:defRPr sz="2917"/>
            </a:lvl3pPr>
            <a:lvl4pPr>
              <a:defRPr sz="2431"/>
            </a:lvl4pPr>
            <a:lvl5pPr>
              <a:defRPr sz="2431"/>
            </a:lvl5pPr>
            <a:lvl6pPr>
              <a:defRPr sz="2431"/>
            </a:lvl6pPr>
            <a:lvl7pPr>
              <a:defRPr sz="2431"/>
            </a:lvl7pPr>
            <a:lvl8pPr>
              <a:defRPr sz="2431"/>
            </a:lvl8pPr>
            <a:lvl9pPr>
              <a:defRPr sz="24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3348037"/>
            <a:ext cx="3584070" cy="6202654"/>
          </a:xfrm>
        </p:spPr>
        <p:txBody>
          <a:bodyPr/>
          <a:lstStyle>
            <a:lvl1pPr marL="0" indent="0">
              <a:buNone/>
              <a:defRPr sz="1944"/>
            </a:lvl1pPr>
            <a:lvl2pPr marL="555635" indent="0">
              <a:buNone/>
              <a:defRPr sz="1701"/>
            </a:lvl2pPr>
            <a:lvl3pPr marL="1111270" indent="0">
              <a:buNone/>
              <a:defRPr sz="1458"/>
            </a:lvl3pPr>
            <a:lvl4pPr marL="1666905" indent="0">
              <a:buNone/>
              <a:defRPr sz="1215"/>
            </a:lvl4pPr>
            <a:lvl5pPr marL="2222541" indent="0">
              <a:buNone/>
              <a:defRPr sz="1215"/>
            </a:lvl5pPr>
            <a:lvl6pPr marL="2778176" indent="0">
              <a:buNone/>
              <a:defRPr sz="1215"/>
            </a:lvl6pPr>
            <a:lvl7pPr marL="3333811" indent="0">
              <a:buNone/>
              <a:defRPr sz="1215"/>
            </a:lvl7pPr>
            <a:lvl8pPr marL="3889446" indent="0">
              <a:buNone/>
              <a:defRPr sz="1215"/>
            </a:lvl8pPr>
            <a:lvl9pPr marL="4445081" indent="0">
              <a:buNone/>
              <a:defRPr sz="12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68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744008"/>
            <a:ext cx="3584070" cy="2604029"/>
          </a:xfrm>
        </p:spPr>
        <p:txBody>
          <a:bodyPr anchor="b"/>
          <a:lstStyle>
            <a:lvl1pPr>
              <a:defRPr sz="3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4260" y="1606854"/>
            <a:ext cx="5625703" cy="7930922"/>
          </a:xfrm>
        </p:spPr>
        <p:txBody>
          <a:bodyPr anchor="t"/>
          <a:lstStyle>
            <a:lvl1pPr marL="0" indent="0">
              <a:buNone/>
              <a:defRPr sz="3889"/>
            </a:lvl1pPr>
            <a:lvl2pPr marL="555635" indent="0">
              <a:buNone/>
              <a:defRPr sz="3403"/>
            </a:lvl2pPr>
            <a:lvl3pPr marL="1111270" indent="0">
              <a:buNone/>
              <a:defRPr sz="2917"/>
            </a:lvl3pPr>
            <a:lvl4pPr marL="1666905" indent="0">
              <a:buNone/>
              <a:defRPr sz="2431"/>
            </a:lvl4pPr>
            <a:lvl5pPr marL="2222541" indent="0">
              <a:buNone/>
              <a:defRPr sz="2431"/>
            </a:lvl5pPr>
            <a:lvl6pPr marL="2778176" indent="0">
              <a:buNone/>
              <a:defRPr sz="2431"/>
            </a:lvl6pPr>
            <a:lvl7pPr marL="3333811" indent="0">
              <a:buNone/>
              <a:defRPr sz="2431"/>
            </a:lvl7pPr>
            <a:lvl8pPr marL="3889446" indent="0">
              <a:buNone/>
              <a:defRPr sz="2431"/>
            </a:lvl8pPr>
            <a:lvl9pPr marL="4445081" indent="0">
              <a:buNone/>
              <a:defRPr sz="243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3348037"/>
            <a:ext cx="3584070" cy="6202654"/>
          </a:xfrm>
        </p:spPr>
        <p:txBody>
          <a:bodyPr/>
          <a:lstStyle>
            <a:lvl1pPr marL="0" indent="0">
              <a:buNone/>
              <a:defRPr sz="1944"/>
            </a:lvl1pPr>
            <a:lvl2pPr marL="555635" indent="0">
              <a:buNone/>
              <a:defRPr sz="1701"/>
            </a:lvl2pPr>
            <a:lvl3pPr marL="1111270" indent="0">
              <a:buNone/>
              <a:defRPr sz="1458"/>
            </a:lvl3pPr>
            <a:lvl4pPr marL="1666905" indent="0">
              <a:buNone/>
              <a:defRPr sz="1215"/>
            </a:lvl4pPr>
            <a:lvl5pPr marL="2222541" indent="0">
              <a:buNone/>
              <a:defRPr sz="1215"/>
            </a:lvl5pPr>
            <a:lvl6pPr marL="2778176" indent="0">
              <a:buNone/>
              <a:defRPr sz="1215"/>
            </a:lvl6pPr>
            <a:lvl7pPr marL="3333811" indent="0">
              <a:buNone/>
              <a:defRPr sz="1215"/>
            </a:lvl7pPr>
            <a:lvl8pPr marL="3889446" indent="0">
              <a:buNone/>
              <a:defRPr sz="1215"/>
            </a:lvl8pPr>
            <a:lvl9pPr marL="4445081" indent="0">
              <a:buNone/>
              <a:defRPr sz="12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61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37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2383" y="594173"/>
            <a:ext cx="2396133" cy="94576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3985" y="594173"/>
            <a:ext cx="7049492" cy="94576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3985" y="594176"/>
            <a:ext cx="9584531" cy="2157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985" y="2970867"/>
            <a:ext cx="9584531" cy="708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3984" y="10343785"/>
            <a:ext cx="2500313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D5923-8778-48AB-92B5-B56E41E3EFF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1016" y="10343785"/>
            <a:ext cx="3750469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203" y="10343785"/>
            <a:ext cx="2500313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1BD3F-3979-4CFB-A373-8DEB813FF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7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11270" rtl="0" eaLnBrk="1" latinLnBrk="0" hangingPunct="1">
        <a:lnSpc>
          <a:spcPct val="90000"/>
        </a:lnSpc>
        <a:spcBef>
          <a:spcPct val="0"/>
        </a:spcBef>
        <a:buNone/>
        <a:defRPr sz="5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818" indent="-277818" algn="l" defTabSz="1111270" rtl="0" eaLnBrk="1" latinLnBrk="0" hangingPunct="1">
        <a:lnSpc>
          <a:spcPct val="90000"/>
        </a:lnSpc>
        <a:spcBef>
          <a:spcPts val="1215"/>
        </a:spcBef>
        <a:buFont typeface="Arial" panose="020B0604020202020204" pitchFamily="34" charset="0"/>
        <a:buChar char="•"/>
        <a:defRPr sz="3403" kern="1200">
          <a:solidFill>
            <a:schemeClr val="tx1"/>
          </a:solidFill>
          <a:latin typeface="+mn-lt"/>
          <a:ea typeface="+mn-ea"/>
          <a:cs typeface="+mn-cs"/>
        </a:defRPr>
      </a:lvl1pPr>
      <a:lvl2pPr marL="833453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917" kern="1200">
          <a:solidFill>
            <a:schemeClr val="tx1"/>
          </a:solidFill>
          <a:latin typeface="+mn-lt"/>
          <a:ea typeface="+mn-ea"/>
          <a:cs typeface="+mn-cs"/>
        </a:defRPr>
      </a:lvl2pPr>
      <a:lvl3pPr marL="1389088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431" kern="1200">
          <a:solidFill>
            <a:schemeClr val="tx1"/>
          </a:solidFill>
          <a:latin typeface="+mn-lt"/>
          <a:ea typeface="+mn-ea"/>
          <a:cs typeface="+mn-cs"/>
        </a:defRPr>
      </a:lvl3pPr>
      <a:lvl4pPr marL="1944723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4pPr>
      <a:lvl5pPr marL="2500358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5pPr>
      <a:lvl6pPr marL="3055993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6pPr>
      <a:lvl7pPr marL="3611629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7pPr>
      <a:lvl8pPr marL="4167264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8pPr>
      <a:lvl9pPr marL="4722899" indent="-277818" algn="l" defTabSz="1111270" rtl="0" eaLnBrk="1" latinLnBrk="0" hangingPunct="1">
        <a:lnSpc>
          <a:spcPct val="90000"/>
        </a:lnSpc>
        <a:spcBef>
          <a:spcPts val="608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1pPr>
      <a:lvl2pPr marL="555635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2pPr>
      <a:lvl3pPr marL="1111270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3pPr>
      <a:lvl4pPr marL="1666905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4pPr>
      <a:lvl5pPr marL="2222541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5pPr>
      <a:lvl6pPr marL="2778176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6pPr>
      <a:lvl7pPr marL="3333811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7pPr>
      <a:lvl8pPr marL="3889446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8pPr>
      <a:lvl9pPr marL="4445081" algn="l" defTabSz="1111270" rtl="0" eaLnBrk="1" latinLnBrk="0" hangingPunct="1">
        <a:defRPr sz="21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A5918F9-8EFF-4758-A030-46AD130B96E7}"/>
              </a:ext>
            </a:extLst>
          </p:cNvPr>
          <p:cNvGrpSpPr/>
          <p:nvPr/>
        </p:nvGrpSpPr>
        <p:grpSpPr>
          <a:xfrm>
            <a:off x="12699" y="120638"/>
            <a:ext cx="11112500" cy="10918849"/>
            <a:chOff x="12699" y="120638"/>
            <a:chExt cx="11112500" cy="109188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70EC92-0946-8BA7-DA5C-820FDA21FCA2}"/>
                </a:ext>
              </a:extLst>
            </p:cNvPr>
            <p:cNvGrpSpPr/>
            <p:nvPr/>
          </p:nvGrpSpPr>
          <p:grpSpPr>
            <a:xfrm>
              <a:off x="126536" y="6989057"/>
              <a:ext cx="10859426" cy="4050430"/>
              <a:chOff x="-66893" y="7727197"/>
              <a:chExt cx="11914342" cy="444390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12D76B-9C84-3C0B-4601-16459105B6FA}"/>
                  </a:ext>
                </a:extLst>
              </p:cNvPr>
              <p:cNvSpPr txBox="1"/>
              <p:nvPr/>
            </p:nvSpPr>
            <p:spPr>
              <a:xfrm>
                <a:off x="272211" y="7727197"/>
                <a:ext cx="471084" cy="438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>
                    <a:latin typeface="Arabic "/>
                    <a:cs typeface="Arial" panose="020B0604020202020204" pitchFamily="34" charset="0"/>
                  </a:rPr>
                  <a:t>e</a:t>
                </a:r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393A2EE3-8FA2-8E01-A891-63BD809A5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6893" y="8199651"/>
                <a:ext cx="11914342" cy="3971446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9580FE-CED5-D5FE-763D-F08A792035DF}"/>
                </a:ext>
              </a:extLst>
            </p:cNvPr>
            <p:cNvSpPr txBox="1"/>
            <p:nvPr/>
          </p:nvSpPr>
          <p:spPr>
            <a:xfrm>
              <a:off x="6245865" y="7019569"/>
              <a:ext cx="4293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>
                  <a:latin typeface="Arabic "/>
                  <a:cs typeface="Arial" panose="020B0604020202020204" pitchFamily="34" charset="0"/>
                </a:rPr>
                <a:t>f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B58065-A28F-9D2B-B7BB-95336FCE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99" y="120638"/>
              <a:ext cx="11112500" cy="69453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404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Arabic 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2026-09-26T14:52:22Z</dcterms:created>
  <dcterms:modified xsi:type="dcterms:W3CDTF">2026-09-26T18:15:13Z</dcterms:modified>
</cp:coreProperties>
</file>