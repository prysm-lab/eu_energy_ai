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2193588" cy="13284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B6E97-FD82-49B8-9BC1-0967B8A1B292}" v="1" dt="2026-10-04T22:28:23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5" d="100"/>
          <a:sy n="45" d="100"/>
        </p:scale>
        <p:origin x="20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custSel modSld">
      <pc:chgData name="Mohammad Hemmati" userId="5e4c8864-b60e-4c33-9ab5-79becc45a124" providerId="ADAL" clId="{0AA367D0-20A9-4589-BF11-3BD43FA0EB4A}" dt="2026-10-04T22:28:23.977" v="38" actId="164"/>
      <pc:docMkLst>
        <pc:docMk/>
      </pc:docMkLst>
      <pc:sldChg chg="addSp delSp modSp mod">
        <pc:chgData name="Mohammad Hemmati" userId="5e4c8864-b60e-4c33-9ab5-79becc45a124" providerId="ADAL" clId="{0AA367D0-20A9-4589-BF11-3BD43FA0EB4A}" dt="2026-10-04T22:28:23.977" v="38" actId="164"/>
        <pc:sldMkLst>
          <pc:docMk/>
          <pc:sldMk cId="282153401" sldId="256"/>
        </pc:sldMkLst>
        <pc:grpChg chg="add mod">
          <ac:chgData name="Mohammad Hemmati" userId="5e4c8864-b60e-4c33-9ab5-79becc45a124" providerId="ADAL" clId="{0AA367D0-20A9-4589-BF11-3BD43FA0EB4A}" dt="2026-10-04T22:28:23.977" v="38" actId="164"/>
          <ac:grpSpMkLst>
            <pc:docMk/>
            <pc:sldMk cId="282153401" sldId="256"/>
            <ac:grpSpMk id="4" creationId="{CD29A575-CF53-0C79-1459-41A82C7D850A}"/>
          </ac:grpSpMkLst>
        </pc:grpChg>
        <pc:grpChg chg="mod">
          <ac:chgData name="Mohammad Hemmati" userId="5e4c8864-b60e-4c33-9ab5-79becc45a124" providerId="ADAL" clId="{0AA367D0-20A9-4589-BF11-3BD43FA0EB4A}" dt="2026-10-04T22:28:23.977" v="38" actId="164"/>
          <ac:grpSpMkLst>
            <pc:docMk/>
            <pc:sldMk cId="282153401" sldId="256"/>
            <ac:grpSpMk id="27" creationId="{7F7F6688-18A1-E3FC-00DA-3B4229383E2C}"/>
          </ac:grpSpMkLst>
        </pc:grpChg>
        <pc:picChg chg="add mod">
          <ac:chgData name="Mohammad Hemmati" userId="5e4c8864-b60e-4c33-9ab5-79becc45a124" providerId="ADAL" clId="{0AA367D0-20A9-4589-BF11-3BD43FA0EB4A}" dt="2026-10-04T22:28:23.977" v="38" actId="164"/>
          <ac:picMkLst>
            <pc:docMk/>
            <pc:sldMk cId="282153401" sldId="256"/>
            <ac:picMk id="3" creationId="{706E35AE-845A-2390-C39A-A626BE21DD30}"/>
          </ac:picMkLst>
        </pc:picChg>
        <pc:picChg chg="del">
          <ac:chgData name="Mohammad Hemmati" userId="5e4c8864-b60e-4c33-9ab5-79becc45a124" providerId="ADAL" clId="{0AA367D0-20A9-4589-BF11-3BD43FA0EB4A}" dt="2026-10-04T22:27:17.131" v="0" actId="478"/>
          <ac:picMkLst>
            <pc:docMk/>
            <pc:sldMk cId="282153401" sldId="256"/>
            <ac:picMk id="11" creationId="{7B994EAB-190B-12F6-E459-2023C594E780}"/>
          </ac:picMkLst>
        </pc:picChg>
        <pc:picChg chg="mod">
          <ac:chgData name="Mohammad Hemmati" userId="5e4c8864-b60e-4c33-9ab5-79becc45a124" providerId="ADAL" clId="{0AA367D0-20A9-4589-BF11-3BD43FA0EB4A}" dt="2026-10-04T22:27:57.498" v="12" actId="1035"/>
          <ac:picMkLst>
            <pc:docMk/>
            <pc:sldMk cId="282153401" sldId="256"/>
            <ac:picMk id="26" creationId="{423FDAC5-B683-9E2E-325E-7EB83AA3148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2174059"/>
            <a:ext cx="10364550" cy="4624870"/>
          </a:xfrm>
        </p:spPr>
        <p:txBody>
          <a:bodyPr anchor="b"/>
          <a:lstStyle>
            <a:lvl1pPr algn="ctr">
              <a:defRPr sz="8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6977281"/>
            <a:ext cx="9145191" cy="320727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76" indent="0" algn="ctr">
              <a:buNone/>
              <a:defRPr sz="2667"/>
            </a:lvl2pPr>
            <a:lvl3pPr marL="1219352" indent="0" algn="ctr">
              <a:buNone/>
              <a:defRPr sz="2400"/>
            </a:lvl3pPr>
            <a:lvl4pPr marL="1829029" indent="0" algn="ctr">
              <a:buNone/>
              <a:defRPr sz="2134"/>
            </a:lvl4pPr>
            <a:lvl5pPr marL="2438705" indent="0" algn="ctr">
              <a:buNone/>
              <a:defRPr sz="2134"/>
            </a:lvl5pPr>
            <a:lvl6pPr marL="3048381" indent="0" algn="ctr">
              <a:buNone/>
              <a:defRPr sz="2134"/>
            </a:lvl6pPr>
            <a:lvl7pPr marL="3658057" indent="0" algn="ctr">
              <a:buNone/>
              <a:defRPr sz="2134"/>
            </a:lvl7pPr>
            <a:lvl8pPr marL="4267733" indent="0" algn="ctr">
              <a:buNone/>
              <a:defRPr sz="2134"/>
            </a:lvl8pPr>
            <a:lvl9pPr marL="4877410" indent="0" algn="ctr">
              <a:buNone/>
              <a:defRPr sz="2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23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77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3311829"/>
            <a:ext cx="10516970" cy="5525857"/>
          </a:xfrm>
        </p:spPr>
        <p:txBody>
          <a:bodyPr anchor="b"/>
          <a:lstStyle>
            <a:lvl1pPr>
              <a:defRPr sz="8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8889963"/>
            <a:ext cx="10516970" cy="2905918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676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352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9029" indent="0">
              <a:buNone/>
              <a:defRPr sz="2134">
                <a:solidFill>
                  <a:schemeClr val="tx1">
                    <a:tint val="82000"/>
                  </a:schemeClr>
                </a:solidFill>
              </a:defRPr>
            </a:lvl4pPr>
            <a:lvl5pPr marL="2438705" indent="0">
              <a:buNone/>
              <a:defRPr sz="2134">
                <a:solidFill>
                  <a:schemeClr val="tx1">
                    <a:tint val="82000"/>
                  </a:schemeClr>
                </a:solidFill>
              </a:defRPr>
            </a:lvl5pPr>
            <a:lvl6pPr marL="3048381" indent="0">
              <a:buNone/>
              <a:defRPr sz="2134">
                <a:solidFill>
                  <a:schemeClr val="tx1">
                    <a:tint val="82000"/>
                  </a:schemeClr>
                </a:solidFill>
              </a:defRPr>
            </a:lvl6pPr>
            <a:lvl7pPr marL="3658057" indent="0">
              <a:buNone/>
              <a:defRPr sz="2134">
                <a:solidFill>
                  <a:schemeClr val="tx1">
                    <a:tint val="82000"/>
                  </a:schemeClr>
                </a:solidFill>
              </a:defRPr>
            </a:lvl7pPr>
            <a:lvl8pPr marL="4267733" indent="0">
              <a:buNone/>
              <a:defRPr sz="2134">
                <a:solidFill>
                  <a:schemeClr val="tx1">
                    <a:tint val="82000"/>
                  </a:schemeClr>
                </a:solidFill>
              </a:defRPr>
            </a:lvl8pPr>
            <a:lvl9pPr marL="4877410" indent="0">
              <a:buNone/>
              <a:defRPr sz="2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40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3536303"/>
            <a:ext cx="5182275" cy="84287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3536303"/>
            <a:ext cx="5182275" cy="84287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70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707263"/>
            <a:ext cx="10516970" cy="25676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3256475"/>
            <a:ext cx="5158458" cy="159594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76" indent="0">
              <a:buNone/>
              <a:defRPr sz="2667" b="1"/>
            </a:lvl2pPr>
            <a:lvl3pPr marL="1219352" indent="0">
              <a:buNone/>
              <a:defRPr sz="2400" b="1"/>
            </a:lvl3pPr>
            <a:lvl4pPr marL="1829029" indent="0">
              <a:buNone/>
              <a:defRPr sz="2134" b="1"/>
            </a:lvl4pPr>
            <a:lvl5pPr marL="2438705" indent="0">
              <a:buNone/>
              <a:defRPr sz="2134" b="1"/>
            </a:lvl5pPr>
            <a:lvl6pPr marL="3048381" indent="0">
              <a:buNone/>
              <a:defRPr sz="2134" b="1"/>
            </a:lvl6pPr>
            <a:lvl7pPr marL="3658057" indent="0">
              <a:buNone/>
              <a:defRPr sz="2134" b="1"/>
            </a:lvl7pPr>
            <a:lvl8pPr marL="4267733" indent="0">
              <a:buNone/>
              <a:defRPr sz="2134" b="1"/>
            </a:lvl8pPr>
            <a:lvl9pPr marL="4877410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4852423"/>
            <a:ext cx="5158458" cy="7137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3256475"/>
            <a:ext cx="5183863" cy="159594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76" indent="0">
              <a:buNone/>
              <a:defRPr sz="2667" b="1"/>
            </a:lvl2pPr>
            <a:lvl3pPr marL="1219352" indent="0">
              <a:buNone/>
              <a:defRPr sz="2400" b="1"/>
            </a:lvl3pPr>
            <a:lvl4pPr marL="1829029" indent="0">
              <a:buNone/>
              <a:defRPr sz="2134" b="1"/>
            </a:lvl4pPr>
            <a:lvl5pPr marL="2438705" indent="0">
              <a:buNone/>
              <a:defRPr sz="2134" b="1"/>
            </a:lvl5pPr>
            <a:lvl6pPr marL="3048381" indent="0">
              <a:buNone/>
              <a:defRPr sz="2134" b="1"/>
            </a:lvl6pPr>
            <a:lvl7pPr marL="3658057" indent="0">
              <a:buNone/>
              <a:defRPr sz="2134" b="1"/>
            </a:lvl7pPr>
            <a:lvl8pPr marL="4267733" indent="0">
              <a:buNone/>
              <a:defRPr sz="2134" b="1"/>
            </a:lvl8pPr>
            <a:lvl9pPr marL="4877410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4852423"/>
            <a:ext cx="5183863" cy="7137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95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21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34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885613"/>
            <a:ext cx="3932750" cy="309964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912682"/>
            <a:ext cx="6173004" cy="9440392"/>
          </a:xfrm>
        </p:spPr>
        <p:txBody>
          <a:bodyPr/>
          <a:lstStyle>
            <a:lvl1pPr>
              <a:defRPr sz="4267"/>
            </a:lvl1pPr>
            <a:lvl2pPr>
              <a:defRPr sz="3734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3985260"/>
            <a:ext cx="3932750" cy="7383187"/>
          </a:xfrm>
        </p:spPr>
        <p:txBody>
          <a:bodyPr/>
          <a:lstStyle>
            <a:lvl1pPr marL="0" indent="0">
              <a:buNone/>
              <a:defRPr sz="2134"/>
            </a:lvl1pPr>
            <a:lvl2pPr marL="609676" indent="0">
              <a:buNone/>
              <a:defRPr sz="1867"/>
            </a:lvl2pPr>
            <a:lvl3pPr marL="1219352" indent="0">
              <a:buNone/>
              <a:defRPr sz="1600"/>
            </a:lvl3pPr>
            <a:lvl4pPr marL="1829029" indent="0">
              <a:buNone/>
              <a:defRPr sz="1334"/>
            </a:lvl4pPr>
            <a:lvl5pPr marL="2438705" indent="0">
              <a:buNone/>
              <a:defRPr sz="1334"/>
            </a:lvl5pPr>
            <a:lvl6pPr marL="3048381" indent="0">
              <a:buNone/>
              <a:defRPr sz="1334"/>
            </a:lvl6pPr>
            <a:lvl7pPr marL="3658057" indent="0">
              <a:buNone/>
              <a:defRPr sz="1334"/>
            </a:lvl7pPr>
            <a:lvl8pPr marL="4267733" indent="0">
              <a:buNone/>
              <a:defRPr sz="1334"/>
            </a:lvl8pPr>
            <a:lvl9pPr marL="4877410" indent="0">
              <a:buNone/>
              <a:defRPr sz="13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6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885613"/>
            <a:ext cx="3932750" cy="309964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912682"/>
            <a:ext cx="6173004" cy="944039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676" indent="0">
              <a:buNone/>
              <a:defRPr sz="3734"/>
            </a:lvl2pPr>
            <a:lvl3pPr marL="1219352" indent="0">
              <a:buNone/>
              <a:defRPr sz="3200"/>
            </a:lvl3pPr>
            <a:lvl4pPr marL="1829029" indent="0">
              <a:buNone/>
              <a:defRPr sz="2667"/>
            </a:lvl4pPr>
            <a:lvl5pPr marL="2438705" indent="0">
              <a:buNone/>
              <a:defRPr sz="2667"/>
            </a:lvl5pPr>
            <a:lvl6pPr marL="3048381" indent="0">
              <a:buNone/>
              <a:defRPr sz="2667"/>
            </a:lvl6pPr>
            <a:lvl7pPr marL="3658057" indent="0">
              <a:buNone/>
              <a:defRPr sz="2667"/>
            </a:lvl7pPr>
            <a:lvl8pPr marL="4267733" indent="0">
              <a:buNone/>
              <a:defRPr sz="2667"/>
            </a:lvl8pPr>
            <a:lvl9pPr marL="4877410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3985260"/>
            <a:ext cx="3932750" cy="7383187"/>
          </a:xfrm>
        </p:spPr>
        <p:txBody>
          <a:bodyPr/>
          <a:lstStyle>
            <a:lvl1pPr marL="0" indent="0">
              <a:buNone/>
              <a:defRPr sz="2134"/>
            </a:lvl1pPr>
            <a:lvl2pPr marL="609676" indent="0">
              <a:buNone/>
              <a:defRPr sz="1867"/>
            </a:lvl2pPr>
            <a:lvl3pPr marL="1219352" indent="0">
              <a:buNone/>
              <a:defRPr sz="1600"/>
            </a:lvl3pPr>
            <a:lvl4pPr marL="1829029" indent="0">
              <a:buNone/>
              <a:defRPr sz="1334"/>
            </a:lvl4pPr>
            <a:lvl5pPr marL="2438705" indent="0">
              <a:buNone/>
              <a:defRPr sz="1334"/>
            </a:lvl5pPr>
            <a:lvl6pPr marL="3048381" indent="0">
              <a:buNone/>
              <a:defRPr sz="1334"/>
            </a:lvl6pPr>
            <a:lvl7pPr marL="3658057" indent="0">
              <a:buNone/>
              <a:defRPr sz="1334"/>
            </a:lvl7pPr>
            <a:lvl8pPr marL="4267733" indent="0">
              <a:buNone/>
              <a:defRPr sz="1334"/>
            </a:lvl8pPr>
            <a:lvl9pPr marL="4877410" indent="0">
              <a:buNone/>
              <a:defRPr sz="13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28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87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707261"/>
            <a:ext cx="2629242" cy="112577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707261"/>
            <a:ext cx="7735307" cy="112577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79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707263"/>
            <a:ext cx="10516970" cy="2567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3536303"/>
            <a:ext cx="10516970" cy="8428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12312488"/>
            <a:ext cx="2743557" cy="70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522C1-2FC5-43C5-8BD6-F9D0A5228639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12312488"/>
            <a:ext cx="4115336" cy="70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12312488"/>
            <a:ext cx="2743557" cy="70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D61E5-0E4D-4A8B-8EE5-219B968830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83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219352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38" indent="-304838" algn="l" defTabSz="1219352" rtl="0" eaLnBrk="1" latinLnBrk="0" hangingPunct="1">
        <a:lnSpc>
          <a:spcPct val="90000"/>
        </a:lnSpc>
        <a:spcBef>
          <a:spcPts val="1334"/>
        </a:spcBef>
        <a:buFont typeface="Arial" panose="020B0604020202020204" pitchFamily="34" charset="0"/>
        <a:buChar char="•"/>
        <a:defRPr sz="3734" kern="1200">
          <a:solidFill>
            <a:schemeClr val="tx1"/>
          </a:solidFill>
          <a:latin typeface="+mn-lt"/>
          <a:ea typeface="+mn-ea"/>
          <a:cs typeface="+mn-cs"/>
        </a:defRPr>
      </a:lvl1pPr>
      <a:lvl2pPr marL="914514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191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867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543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219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895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572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48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76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352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029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705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381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057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733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10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D29A575-CF53-0C79-1459-41A82C7D850A}"/>
              </a:ext>
            </a:extLst>
          </p:cNvPr>
          <p:cNvGrpSpPr/>
          <p:nvPr/>
        </p:nvGrpSpPr>
        <p:grpSpPr>
          <a:xfrm>
            <a:off x="-457951" y="-195488"/>
            <a:ext cx="13109490" cy="13583549"/>
            <a:chOff x="-457951" y="-195488"/>
            <a:chExt cx="13109490" cy="1358354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F7F6688-18A1-E3FC-00DA-3B4229383E2C}"/>
                </a:ext>
              </a:extLst>
            </p:cNvPr>
            <p:cNvGrpSpPr/>
            <p:nvPr/>
          </p:nvGrpSpPr>
          <p:grpSpPr>
            <a:xfrm>
              <a:off x="-457951" y="-195488"/>
              <a:ext cx="13109490" cy="9469002"/>
              <a:chOff x="-457951" y="-195488"/>
              <a:chExt cx="13109490" cy="946900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15C0893-2631-B5A8-9EB0-9D96D1616A4B}"/>
                  </a:ext>
                </a:extLst>
              </p:cNvPr>
              <p:cNvGrpSpPr/>
              <p:nvPr/>
            </p:nvGrpSpPr>
            <p:grpSpPr>
              <a:xfrm>
                <a:off x="-457951" y="-195488"/>
                <a:ext cx="13109490" cy="9405797"/>
                <a:chOff x="-497075" y="-412370"/>
                <a:chExt cx="13109490" cy="940579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467F618D-96FA-7362-C320-24D186FB7E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497075" y="-412370"/>
                  <a:ext cx="5302399" cy="5014302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898D08EF-7512-250A-E9BD-5188EC860A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69174" y="-412369"/>
                  <a:ext cx="5302400" cy="5014303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F348DF6F-B1AF-5565-087B-3F2896A12C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10015" y="-412369"/>
                  <a:ext cx="5302400" cy="5014303"/>
                </a:xfrm>
                <a:prstGeom prst="rect">
                  <a:avLst/>
                </a:prstGeom>
              </p:spPr>
            </p:pic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3935DA2-5653-5F7D-6C0E-89D9001E4162}"/>
                    </a:ext>
                  </a:extLst>
                </p:cNvPr>
                <p:cNvSpPr txBox="1"/>
                <p:nvPr/>
              </p:nvSpPr>
              <p:spPr>
                <a:xfrm>
                  <a:off x="0" y="-335888"/>
                  <a:ext cx="458057" cy="5087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722" b="1" dirty="0">
                      <a:latin typeface="Arabic 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C0DD8FB-8441-E660-D84D-3AF1CA55AE12}"/>
                    </a:ext>
                  </a:extLst>
                </p:cNvPr>
                <p:cNvSpPr txBox="1"/>
                <p:nvPr/>
              </p:nvSpPr>
              <p:spPr>
                <a:xfrm>
                  <a:off x="1526334" y="4164004"/>
                  <a:ext cx="458057" cy="5087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722" b="1" dirty="0">
                      <a:latin typeface="Arabic 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6EF80E9-8B55-8998-FEFF-8E79CEF56320}"/>
                    </a:ext>
                  </a:extLst>
                </p:cNvPr>
                <p:cNvSpPr txBox="1"/>
                <p:nvPr/>
              </p:nvSpPr>
              <p:spPr>
                <a:xfrm>
                  <a:off x="1526333" y="8484675"/>
                  <a:ext cx="458057" cy="5087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722" b="1" dirty="0">
                      <a:latin typeface="Arabic "/>
                      <a:cs typeface="Arial" panose="020B0604020202020204" pitchFamily="34" charset="0"/>
                    </a:rPr>
                    <a:t>c</a:t>
                  </a:r>
                </a:p>
              </p:txBody>
            </p:sp>
          </p:grp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423FDAC5-B683-9E2E-325E-7EB83AA314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06909" y="4337357"/>
                <a:ext cx="8226929" cy="4936157"/>
              </a:xfrm>
              <a:prstGeom prst="rect">
                <a:avLst/>
              </a:prstGeom>
            </p:spPr>
          </p:pic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06E35AE-845A-2390-C39A-A626BE21D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921" y="9072484"/>
              <a:ext cx="8631154" cy="43155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15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Arabic 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2026-09-27T14:53:20Z</dcterms:created>
  <dcterms:modified xsi:type="dcterms:W3CDTF">2026-10-04T22:28:24Z</dcterms:modified>
</cp:coreProperties>
</file>