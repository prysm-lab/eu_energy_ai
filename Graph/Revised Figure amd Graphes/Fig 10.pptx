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6" r:id="rId2"/>
  </p:sldIdLst>
  <p:sldSz cx="10944225" cy="9737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56" d="100"/>
          <a:sy n="56" d="100"/>
        </p:scale>
        <p:origin x="1810" y="3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A31EDD-7C23-4261-8304-F8E9FF351D9A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95450" y="1143000"/>
            <a:ext cx="3467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2ACCFE-48DA-4D8D-B72A-6D0A089EF7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9694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3493" rtl="0" eaLnBrk="1" latinLnBrk="0" hangingPunct="1">
      <a:defRPr sz="1632" kern="1200">
        <a:solidFill>
          <a:schemeClr val="tx1"/>
        </a:solidFill>
        <a:latin typeface="+mn-lt"/>
        <a:ea typeface="+mn-ea"/>
        <a:cs typeface="+mn-cs"/>
      </a:defRPr>
    </a:lvl1pPr>
    <a:lvl2pPr marL="621746" algn="l" defTabSz="1243493" rtl="0" eaLnBrk="1" latinLnBrk="0" hangingPunct="1">
      <a:defRPr sz="1632" kern="1200">
        <a:solidFill>
          <a:schemeClr val="tx1"/>
        </a:solidFill>
        <a:latin typeface="+mn-lt"/>
        <a:ea typeface="+mn-ea"/>
        <a:cs typeface="+mn-cs"/>
      </a:defRPr>
    </a:lvl2pPr>
    <a:lvl3pPr marL="1243493" algn="l" defTabSz="1243493" rtl="0" eaLnBrk="1" latinLnBrk="0" hangingPunct="1">
      <a:defRPr sz="1632" kern="1200">
        <a:solidFill>
          <a:schemeClr val="tx1"/>
        </a:solidFill>
        <a:latin typeface="+mn-lt"/>
        <a:ea typeface="+mn-ea"/>
        <a:cs typeface="+mn-cs"/>
      </a:defRPr>
    </a:lvl3pPr>
    <a:lvl4pPr marL="1865239" algn="l" defTabSz="1243493" rtl="0" eaLnBrk="1" latinLnBrk="0" hangingPunct="1">
      <a:defRPr sz="1632" kern="1200">
        <a:solidFill>
          <a:schemeClr val="tx1"/>
        </a:solidFill>
        <a:latin typeface="+mn-lt"/>
        <a:ea typeface="+mn-ea"/>
        <a:cs typeface="+mn-cs"/>
      </a:defRPr>
    </a:lvl4pPr>
    <a:lvl5pPr marL="2486985" algn="l" defTabSz="1243493" rtl="0" eaLnBrk="1" latinLnBrk="0" hangingPunct="1">
      <a:defRPr sz="1632" kern="1200">
        <a:solidFill>
          <a:schemeClr val="tx1"/>
        </a:solidFill>
        <a:latin typeface="+mn-lt"/>
        <a:ea typeface="+mn-ea"/>
        <a:cs typeface="+mn-cs"/>
      </a:defRPr>
    </a:lvl5pPr>
    <a:lvl6pPr marL="3108731" algn="l" defTabSz="1243493" rtl="0" eaLnBrk="1" latinLnBrk="0" hangingPunct="1">
      <a:defRPr sz="1632" kern="1200">
        <a:solidFill>
          <a:schemeClr val="tx1"/>
        </a:solidFill>
        <a:latin typeface="+mn-lt"/>
        <a:ea typeface="+mn-ea"/>
        <a:cs typeface="+mn-cs"/>
      </a:defRPr>
    </a:lvl6pPr>
    <a:lvl7pPr marL="3730478" algn="l" defTabSz="1243493" rtl="0" eaLnBrk="1" latinLnBrk="0" hangingPunct="1">
      <a:defRPr sz="1632" kern="1200">
        <a:solidFill>
          <a:schemeClr val="tx1"/>
        </a:solidFill>
        <a:latin typeface="+mn-lt"/>
        <a:ea typeface="+mn-ea"/>
        <a:cs typeface="+mn-cs"/>
      </a:defRPr>
    </a:lvl7pPr>
    <a:lvl8pPr marL="4352224" algn="l" defTabSz="1243493" rtl="0" eaLnBrk="1" latinLnBrk="0" hangingPunct="1">
      <a:defRPr sz="1632" kern="1200">
        <a:solidFill>
          <a:schemeClr val="tx1"/>
        </a:solidFill>
        <a:latin typeface="+mn-lt"/>
        <a:ea typeface="+mn-ea"/>
        <a:cs typeface="+mn-cs"/>
      </a:defRPr>
    </a:lvl8pPr>
    <a:lvl9pPr marL="4973970" algn="l" defTabSz="1243493" rtl="0" eaLnBrk="1" latinLnBrk="0" hangingPunct="1">
      <a:defRPr sz="163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ACCFE-48DA-4D8D-B72A-6D0A089EF79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1802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0817" y="1593652"/>
            <a:ext cx="9302591" cy="3390171"/>
          </a:xfrm>
        </p:spPr>
        <p:txBody>
          <a:bodyPr anchor="b"/>
          <a:lstStyle>
            <a:lvl1pPr algn="ctr">
              <a:defRPr sz="71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028" y="5114560"/>
            <a:ext cx="8208169" cy="2351029"/>
          </a:xfrm>
        </p:spPr>
        <p:txBody>
          <a:bodyPr/>
          <a:lstStyle>
            <a:lvl1pPr marL="0" indent="0" algn="ctr">
              <a:buNone/>
              <a:defRPr sz="2873"/>
            </a:lvl1pPr>
            <a:lvl2pPr marL="547223" indent="0" algn="ctr">
              <a:buNone/>
              <a:defRPr sz="2394"/>
            </a:lvl2pPr>
            <a:lvl3pPr marL="1094445" indent="0" algn="ctr">
              <a:buNone/>
              <a:defRPr sz="2154"/>
            </a:lvl3pPr>
            <a:lvl4pPr marL="1641668" indent="0" algn="ctr">
              <a:buNone/>
              <a:defRPr sz="1915"/>
            </a:lvl4pPr>
            <a:lvl5pPr marL="2188891" indent="0" algn="ctr">
              <a:buNone/>
              <a:defRPr sz="1915"/>
            </a:lvl5pPr>
            <a:lvl6pPr marL="2736113" indent="0" algn="ctr">
              <a:buNone/>
              <a:defRPr sz="1915"/>
            </a:lvl6pPr>
            <a:lvl7pPr marL="3283336" indent="0" algn="ctr">
              <a:buNone/>
              <a:defRPr sz="1915"/>
            </a:lvl7pPr>
            <a:lvl8pPr marL="3830559" indent="0" algn="ctr">
              <a:buNone/>
              <a:defRPr sz="1915"/>
            </a:lvl8pPr>
            <a:lvl9pPr marL="4377781" indent="0" algn="ctr">
              <a:buNone/>
              <a:defRPr sz="191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019BD-FAA4-4D6D-97C5-4F4C9CA93F76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7283E-9E8A-4248-BB65-88913D3A2E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2935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019BD-FAA4-4D6D-97C5-4F4C9CA93F76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7283E-9E8A-4248-BB65-88913D3A2E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6161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6716" y="2427672"/>
            <a:ext cx="9439394" cy="4050622"/>
          </a:xfrm>
        </p:spPr>
        <p:txBody>
          <a:bodyPr anchor="b"/>
          <a:lstStyle>
            <a:lvl1pPr>
              <a:defRPr sz="71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6716" y="6516614"/>
            <a:ext cx="9439394" cy="2130127"/>
          </a:xfrm>
        </p:spPr>
        <p:txBody>
          <a:bodyPr/>
          <a:lstStyle>
            <a:lvl1pPr marL="0" indent="0">
              <a:buNone/>
              <a:defRPr sz="2873">
                <a:solidFill>
                  <a:schemeClr val="tx1">
                    <a:tint val="82000"/>
                  </a:schemeClr>
                </a:solidFill>
              </a:defRPr>
            </a:lvl1pPr>
            <a:lvl2pPr marL="547223" indent="0">
              <a:buNone/>
              <a:defRPr sz="2394">
                <a:solidFill>
                  <a:schemeClr val="tx1">
                    <a:tint val="82000"/>
                  </a:schemeClr>
                </a:solidFill>
              </a:defRPr>
            </a:lvl2pPr>
            <a:lvl3pPr marL="1094445" indent="0">
              <a:buNone/>
              <a:defRPr sz="2154">
                <a:solidFill>
                  <a:schemeClr val="tx1">
                    <a:tint val="82000"/>
                  </a:schemeClr>
                </a:solidFill>
              </a:defRPr>
            </a:lvl3pPr>
            <a:lvl4pPr marL="1641668" indent="0">
              <a:buNone/>
              <a:defRPr sz="1915">
                <a:solidFill>
                  <a:schemeClr val="tx1">
                    <a:tint val="82000"/>
                  </a:schemeClr>
                </a:solidFill>
              </a:defRPr>
            </a:lvl4pPr>
            <a:lvl5pPr marL="2188891" indent="0">
              <a:buNone/>
              <a:defRPr sz="1915">
                <a:solidFill>
                  <a:schemeClr val="tx1">
                    <a:tint val="82000"/>
                  </a:schemeClr>
                </a:solidFill>
              </a:defRPr>
            </a:lvl5pPr>
            <a:lvl6pPr marL="2736113" indent="0">
              <a:buNone/>
              <a:defRPr sz="1915">
                <a:solidFill>
                  <a:schemeClr val="tx1">
                    <a:tint val="82000"/>
                  </a:schemeClr>
                </a:solidFill>
              </a:defRPr>
            </a:lvl6pPr>
            <a:lvl7pPr marL="3283336" indent="0">
              <a:buNone/>
              <a:defRPr sz="1915">
                <a:solidFill>
                  <a:schemeClr val="tx1">
                    <a:tint val="82000"/>
                  </a:schemeClr>
                </a:solidFill>
              </a:defRPr>
            </a:lvl7pPr>
            <a:lvl8pPr marL="3830559" indent="0">
              <a:buNone/>
              <a:defRPr sz="1915">
                <a:solidFill>
                  <a:schemeClr val="tx1">
                    <a:tint val="82000"/>
                  </a:schemeClr>
                </a:solidFill>
              </a:defRPr>
            </a:lvl8pPr>
            <a:lvl9pPr marL="4377781" indent="0">
              <a:buNone/>
              <a:defRPr sz="191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019BD-FAA4-4D6D-97C5-4F4C9CA93F76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7283E-9E8A-4248-BB65-88913D3A2E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2040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2415" y="2592218"/>
            <a:ext cx="4651296" cy="61784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40514" y="2592218"/>
            <a:ext cx="4651296" cy="61784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019BD-FAA4-4D6D-97C5-4F4C9CA93F76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7283E-9E8A-4248-BB65-88913D3A2E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253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3841" y="518446"/>
            <a:ext cx="9439394" cy="1882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3842" y="2387096"/>
            <a:ext cx="4629919" cy="1169879"/>
          </a:xfrm>
        </p:spPr>
        <p:txBody>
          <a:bodyPr anchor="b"/>
          <a:lstStyle>
            <a:lvl1pPr marL="0" indent="0">
              <a:buNone/>
              <a:defRPr sz="2873" b="1"/>
            </a:lvl1pPr>
            <a:lvl2pPr marL="547223" indent="0">
              <a:buNone/>
              <a:defRPr sz="2394" b="1"/>
            </a:lvl2pPr>
            <a:lvl3pPr marL="1094445" indent="0">
              <a:buNone/>
              <a:defRPr sz="2154" b="1"/>
            </a:lvl3pPr>
            <a:lvl4pPr marL="1641668" indent="0">
              <a:buNone/>
              <a:defRPr sz="1915" b="1"/>
            </a:lvl4pPr>
            <a:lvl5pPr marL="2188891" indent="0">
              <a:buNone/>
              <a:defRPr sz="1915" b="1"/>
            </a:lvl5pPr>
            <a:lvl6pPr marL="2736113" indent="0">
              <a:buNone/>
              <a:defRPr sz="1915" b="1"/>
            </a:lvl6pPr>
            <a:lvl7pPr marL="3283336" indent="0">
              <a:buNone/>
              <a:defRPr sz="1915" b="1"/>
            </a:lvl7pPr>
            <a:lvl8pPr marL="3830559" indent="0">
              <a:buNone/>
              <a:defRPr sz="1915" b="1"/>
            </a:lvl8pPr>
            <a:lvl9pPr marL="4377781" indent="0">
              <a:buNone/>
              <a:defRPr sz="191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3842" y="3556974"/>
            <a:ext cx="4629919" cy="52317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40515" y="2387096"/>
            <a:ext cx="4652721" cy="1169879"/>
          </a:xfrm>
        </p:spPr>
        <p:txBody>
          <a:bodyPr anchor="b"/>
          <a:lstStyle>
            <a:lvl1pPr marL="0" indent="0">
              <a:buNone/>
              <a:defRPr sz="2873" b="1"/>
            </a:lvl1pPr>
            <a:lvl2pPr marL="547223" indent="0">
              <a:buNone/>
              <a:defRPr sz="2394" b="1"/>
            </a:lvl2pPr>
            <a:lvl3pPr marL="1094445" indent="0">
              <a:buNone/>
              <a:defRPr sz="2154" b="1"/>
            </a:lvl3pPr>
            <a:lvl4pPr marL="1641668" indent="0">
              <a:buNone/>
              <a:defRPr sz="1915" b="1"/>
            </a:lvl4pPr>
            <a:lvl5pPr marL="2188891" indent="0">
              <a:buNone/>
              <a:defRPr sz="1915" b="1"/>
            </a:lvl5pPr>
            <a:lvl6pPr marL="2736113" indent="0">
              <a:buNone/>
              <a:defRPr sz="1915" b="1"/>
            </a:lvl6pPr>
            <a:lvl7pPr marL="3283336" indent="0">
              <a:buNone/>
              <a:defRPr sz="1915" b="1"/>
            </a:lvl7pPr>
            <a:lvl8pPr marL="3830559" indent="0">
              <a:buNone/>
              <a:defRPr sz="1915" b="1"/>
            </a:lvl8pPr>
            <a:lvl9pPr marL="4377781" indent="0">
              <a:buNone/>
              <a:defRPr sz="191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40515" y="3556974"/>
            <a:ext cx="4652721" cy="52317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019BD-FAA4-4D6D-97C5-4F4C9CA93F76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7283E-9E8A-4248-BB65-88913D3A2E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4822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019BD-FAA4-4D6D-97C5-4F4C9CA93F76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7283E-9E8A-4248-BB65-88913D3A2E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8602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019BD-FAA4-4D6D-97C5-4F4C9CA93F76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7283E-9E8A-4248-BB65-88913D3A2E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7082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3841" y="649182"/>
            <a:ext cx="3529797" cy="2272136"/>
          </a:xfrm>
        </p:spPr>
        <p:txBody>
          <a:bodyPr anchor="b"/>
          <a:lstStyle>
            <a:lvl1pPr>
              <a:defRPr sz="383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2721" y="1402054"/>
            <a:ext cx="5540514" cy="6920096"/>
          </a:xfrm>
        </p:spPr>
        <p:txBody>
          <a:bodyPr/>
          <a:lstStyle>
            <a:lvl1pPr>
              <a:defRPr sz="3830"/>
            </a:lvl1pPr>
            <a:lvl2pPr>
              <a:defRPr sz="3351"/>
            </a:lvl2pPr>
            <a:lvl3pPr>
              <a:defRPr sz="2873"/>
            </a:lvl3pPr>
            <a:lvl4pPr>
              <a:defRPr sz="2394"/>
            </a:lvl4pPr>
            <a:lvl5pPr>
              <a:defRPr sz="2394"/>
            </a:lvl5pPr>
            <a:lvl6pPr>
              <a:defRPr sz="2394"/>
            </a:lvl6pPr>
            <a:lvl7pPr>
              <a:defRPr sz="2394"/>
            </a:lvl7pPr>
            <a:lvl8pPr>
              <a:defRPr sz="2394"/>
            </a:lvl8pPr>
            <a:lvl9pPr>
              <a:defRPr sz="23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3841" y="2921318"/>
            <a:ext cx="3529797" cy="5412102"/>
          </a:xfrm>
        </p:spPr>
        <p:txBody>
          <a:bodyPr/>
          <a:lstStyle>
            <a:lvl1pPr marL="0" indent="0">
              <a:buNone/>
              <a:defRPr sz="1915"/>
            </a:lvl1pPr>
            <a:lvl2pPr marL="547223" indent="0">
              <a:buNone/>
              <a:defRPr sz="1676"/>
            </a:lvl2pPr>
            <a:lvl3pPr marL="1094445" indent="0">
              <a:buNone/>
              <a:defRPr sz="1436"/>
            </a:lvl3pPr>
            <a:lvl4pPr marL="1641668" indent="0">
              <a:buNone/>
              <a:defRPr sz="1197"/>
            </a:lvl4pPr>
            <a:lvl5pPr marL="2188891" indent="0">
              <a:buNone/>
              <a:defRPr sz="1197"/>
            </a:lvl5pPr>
            <a:lvl6pPr marL="2736113" indent="0">
              <a:buNone/>
              <a:defRPr sz="1197"/>
            </a:lvl6pPr>
            <a:lvl7pPr marL="3283336" indent="0">
              <a:buNone/>
              <a:defRPr sz="1197"/>
            </a:lvl7pPr>
            <a:lvl8pPr marL="3830559" indent="0">
              <a:buNone/>
              <a:defRPr sz="1197"/>
            </a:lvl8pPr>
            <a:lvl9pPr marL="4377781" indent="0">
              <a:buNone/>
              <a:defRPr sz="119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019BD-FAA4-4D6D-97C5-4F4C9CA93F76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7283E-9E8A-4248-BB65-88913D3A2E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8638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3841" y="649182"/>
            <a:ext cx="3529797" cy="2272136"/>
          </a:xfrm>
        </p:spPr>
        <p:txBody>
          <a:bodyPr anchor="b"/>
          <a:lstStyle>
            <a:lvl1pPr>
              <a:defRPr sz="383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52721" y="1402054"/>
            <a:ext cx="5540514" cy="6920096"/>
          </a:xfrm>
        </p:spPr>
        <p:txBody>
          <a:bodyPr anchor="t"/>
          <a:lstStyle>
            <a:lvl1pPr marL="0" indent="0">
              <a:buNone/>
              <a:defRPr sz="3830"/>
            </a:lvl1pPr>
            <a:lvl2pPr marL="547223" indent="0">
              <a:buNone/>
              <a:defRPr sz="3351"/>
            </a:lvl2pPr>
            <a:lvl3pPr marL="1094445" indent="0">
              <a:buNone/>
              <a:defRPr sz="2873"/>
            </a:lvl3pPr>
            <a:lvl4pPr marL="1641668" indent="0">
              <a:buNone/>
              <a:defRPr sz="2394"/>
            </a:lvl4pPr>
            <a:lvl5pPr marL="2188891" indent="0">
              <a:buNone/>
              <a:defRPr sz="2394"/>
            </a:lvl5pPr>
            <a:lvl6pPr marL="2736113" indent="0">
              <a:buNone/>
              <a:defRPr sz="2394"/>
            </a:lvl6pPr>
            <a:lvl7pPr marL="3283336" indent="0">
              <a:buNone/>
              <a:defRPr sz="2394"/>
            </a:lvl7pPr>
            <a:lvl8pPr marL="3830559" indent="0">
              <a:buNone/>
              <a:defRPr sz="2394"/>
            </a:lvl8pPr>
            <a:lvl9pPr marL="4377781" indent="0">
              <a:buNone/>
              <a:defRPr sz="239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3841" y="2921318"/>
            <a:ext cx="3529797" cy="5412102"/>
          </a:xfrm>
        </p:spPr>
        <p:txBody>
          <a:bodyPr/>
          <a:lstStyle>
            <a:lvl1pPr marL="0" indent="0">
              <a:buNone/>
              <a:defRPr sz="1915"/>
            </a:lvl1pPr>
            <a:lvl2pPr marL="547223" indent="0">
              <a:buNone/>
              <a:defRPr sz="1676"/>
            </a:lvl2pPr>
            <a:lvl3pPr marL="1094445" indent="0">
              <a:buNone/>
              <a:defRPr sz="1436"/>
            </a:lvl3pPr>
            <a:lvl4pPr marL="1641668" indent="0">
              <a:buNone/>
              <a:defRPr sz="1197"/>
            </a:lvl4pPr>
            <a:lvl5pPr marL="2188891" indent="0">
              <a:buNone/>
              <a:defRPr sz="1197"/>
            </a:lvl5pPr>
            <a:lvl6pPr marL="2736113" indent="0">
              <a:buNone/>
              <a:defRPr sz="1197"/>
            </a:lvl6pPr>
            <a:lvl7pPr marL="3283336" indent="0">
              <a:buNone/>
              <a:defRPr sz="1197"/>
            </a:lvl7pPr>
            <a:lvl8pPr marL="3830559" indent="0">
              <a:buNone/>
              <a:defRPr sz="1197"/>
            </a:lvl8pPr>
            <a:lvl9pPr marL="4377781" indent="0">
              <a:buNone/>
              <a:defRPr sz="119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019BD-FAA4-4D6D-97C5-4F4C9CA93F76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7283E-9E8A-4248-BB65-88913D3A2E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062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019BD-FAA4-4D6D-97C5-4F4C9CA93F76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7283E-9E8A-4248-BB65-88913D3A2E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898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31961" y="518444"/>
            <a:ext cx="2359849" cy="825227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2416" y="518444"/>
            <a:ext cx="6942743" cy="825227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019BD-FAA4-4D6D-97C5-4F4C9CA93F76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7283E-9E8A-4248-BB65-88913D3A2E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3515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2416" y="518446"/>
            <a:ext cx="9439394" cy="1882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2416" y="2592218"/>
            <a:ext cx="9439394" cy="6178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2415" y="9025430"/>
            <a:ext cx="2462451" cy="518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3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5019BD-FAA4-4D6D-97C5-4F4C9CA93F76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25275" y="9025430"/>
            <a:ext cx="3693676" cy="518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3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29359" y="9025430"/>
            <a:ext cx="2462451" cy="518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3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57283E-9E8A-4248-BB65-88913D3A2E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1604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94445" rtl="0" eaLnBrk="1" latinLnBrk="0" hangingPunct="1">
        <a:lnSpc>
          <a:spcPct val="90000"/>
        </a:lnSpc>
        <a:spcBef>
          <a:spcPct val="0"/>
        </a:spcBef>
        <a:buNone/>
        <a:defRPr sz="526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3611" indent="-273611" algn="l" defTabSz="1094445" rtl="0" eaLnBrk="1" latinLnBrk="0" hangingPunct="1">
        <a:lnSpc>
          <a:spcPct val="90000"/>
        </a:lnSpc>
        <a:spcBef>
          <a:spcPts val="1197"/>
        </a:spcBef>
        <a:buFont typeface="Arial" panose="020B0604020202020204" pitchFamily="34" charset="0"/>
        <a:buChar char="•"/>
        <a:defRPr sz="3351" kern="1200">
          <a:solidFill>
            <a:schemeClr val="tx1"/>
          </a:solidFill>
          <a:latin typeface="+mn-lt"/>
          <a:ea typeface="+mn-ea"/>
          <a:cs typeface="+mn-cs"/>
        </a:defRPr>
      </a:lvl1pPr>
      <a:lvl2pPr marL="820834" indent="-273611" algn="l" defTabSz="1094445" rtl="0" eaLnBrk="1" latinLnBrk="0" hangingPunct="1">
        <a:lnSpc>
          <a:spcPct val="90000"/>
        </a:lnSpc>
        <a:spcBef>
          <a:spcPts val="598"/>
        </a:spcBef>
        <a:buFont typeface="Arial" panose="020B0604020202020204" pitchFamily="34" charset="0"/>
        <a:buChar char="•"/>
        <a:defRPr sz="2873" kern="1200">
          <a:solidFill>
            <a:schemeClr val="tx1"/>
          </a:solidFill>
          <a:latin typeface="+mn-lt"/>
          <a:ea typeface="+mn-ea"/>
          <a:cs typeface="+mn-cs"/>
        </a:defRPr>
      </a:lvl2pPr>
      <a:lvl3pPr marL="1368057" indent="-273611" algn="l" defTabSz="1094445" rtl="0" eaLnBrk="1" latinLnBrk="0" hangingPunct="1">
        <a:lnSpc>
          <a:spcPct val="90000"/>
        </a:lnSpc>
        <a:spcBef>
          <a:spcPts val="598"/>
        </a:spcBef>
        <a:buFont typeface="Arial" panose="020B0604020202020204" pitchFamily="34" charset="0"/>
        <a:buChar char="•"/>
        <a:defRPr sz="2394" kern="1200">
          <a:solidFill>
            <a:schemeClr val="tx1"/>
          </a:solidFill>
          <a:latin typeface="+mn-lt"/>
          <a:ea typeface="+mn-ea"/>
          <a:cs typeface="+mn-cs"/>
        </a:defRPr>
      </a:lvl3pPr>
      <a:lvl4pPr marL="1915279" indent="-273611" algn="l" defTabSz="1094445" rtl="0" eaLnBrk="1" latinLnBrk="0" hangingPunct="1">
        <a:lnSpc>
          <a:spcPct val="90000"/>
        </a:lnSpc>
        <a:spcBef>
          <a:spcPts val="598"/>
        </a:spcBef>
        <a:buFont typeface="Arial" panose="020B0604020202020204" pitchFamily="34" charset="0"/>
        <a:buChar char="•"/>
        <a:defRPr sz="2154" kern="1200">
          <a:solidFill>
            <a:schemeClr val="tx1"/>
          </a:solidFill>
          <a:latin typeface="+mn-lt"/>
          <a:ea typeface="+mn-ea"/>
          <a:cs typeface="+mn-cs"/>
        </a:defRPr>
      </a:lvl4pPr>
      <a:lvl5pPr marL="2462502" indent="-273611" algn="l" defTabSz="1094445" rtl="0" eaLnBrk="1" latinLnBrk="0" hangingPunct="1">
        <a:lnSpc>
          <a:spcPct val="90000"/>
        </a:lnSpc>
        <a:spcBef>
          <a:spcPts val="598"/>
        </a:spcBef>
        <a:buFont typeface="Arial" panose="020B0604020202020204" pitchFamily="34" charset="0"/>
        <a:buChar char="•"/>
        <a:defRPr sz="2154" kern="1200">
          <a:solidFill>
            <a:schemeClr val="tx1"/>
          </a:solidFill>
          <a:latin typeface="+mn-lt"/>
          <a:ea typeface="+mn-ea"/>
          <a:cs typeface="+mn-cs"/>
        </a:defRPr>
      </a:lvl5pPr>
      <a:lvl6pPr marL="3009725" indent="-273611" algn="l" defTabSz="1094445" rtl="0" eaLnBrk="1" latinLnBrk="0" hangingPunct="1">
        <a:lnSpc>
          <a:spcPct val="90000"/>
        </a:lnSpc>
        <a:spcBef>
          <a:spcPts val="598"/>
        </a:spcBef>
        <a:buFont typeface="Arial" panose="020B0604020202020204" pitchFamily="34" charset="0"/>
        <a:buChar char="•"/>
        <a:defRPr sz="2154" kern="1200">
          <a:solidFill>
            <a:schemeClr val="tx1"/>
          </a:solidFill>
          <a:latin typeface="+mn-lt"/>
          <a:ea typeface="+mn-ea"/>
          <a:cs typeface="+mn-cs"/>
        </a:defRPr>
      </a:lvl6pPr>
      <a:lvl7pPr marL="3556947" indent="-273611" algn="l" defTabSz="1094445" rtl="0" eaLnBrk="1" latinLnBrk="0" hangingPunct="1">
        <a:lnSpc>
          <a:spcPct val="90000"/>
        </a:lnSpc>
        <a:spcBef>
          <a:spcPts val="598"/>
        </a:spcBef>
        <a:buFont typeface="Arial" panose="020B0604020202020204" pitchFamily="34" charset="0"/>
        <a:buChar char="•"/>
        <a:defRPr sz="2154" kern="1200">
          <a:solidFill>
            <a:schemeClr val="tx1"/>
          </a:solidFill>
          <a:latin typeface="+mn-lt"/>
          <a:ea typeface="+mn-ea"/>
          <a:cs typeface="+mn-cs"/>
        </a:defRPr>
      </a:lvl7pPr>
      <a:lvl8pPr marL="4104170" indent="-273611" algn="l" defTabSz="1094445" rtl="0" eaLnBrk="1" latinLnBrk="0" hangingPunct="1">
        <a:lnSpc>
          <a:spcPct val="90000"/>
        </a:lnSpc>
        <a:spcBef>
          <a:spcPts val="598"/>
        </a:spcBef>
        <a:buFont typeface="Arial" panose="020B0604020202020204" pitchFamily="34" charset="0"/>
        <a:buChar char="•"/>
        <a:defRPr sz="2154" kern="1200">
          <a:solidFill>
            <a:schemeClr val="tx1"/>
          </a:solidFill>
          <a:latin typeface="+mn-lt"/>
          <a:ea typeface="+mn-ea"/>
          <a:cs typeface="+mn-cs"/>
        </a:defRPr>
      </a:lvl8pPr>
      <a:lvl9pPr marL="4651393" indent="-273611" algn="l" defTabSz="1094445" rtl="0" eaLnBrk="1" latinLnBrk="0" hangingPunct="1">
        <a:lnSpc>
          <a:spcPct val="90000"/>
        </a:lnSpc>
        <a:spcBef>
          <a:spcPts val="598"/>
        </a:spcBef>
        <a:buFont typeface="Arial" panose="020B0604020202020204" pitchFamily="34" charset="0"/>
        <a:buChar char="•"/>
        <a:defRPr sz="215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4445" rtl="0" eaLnBrk="1" latinLnBrk="0" hangingPunct="1">
        <a:defRPr sz="2154" kern="1200">
          <a:solidFill>
            <a:schemeClr val="tx1"/>
          </a:solidFill>
          <a:latin typeface="+mn-lt"/>
          <a:ea typeface="+mn-ea"/>
          <a:cs typeface="+mn-cs"/>
        </a:defRPr>
      </a:lvl1pPr>
      <a:lvl2pPr marL="547223" algn="l" defTabSz="1094445" rtl="0" eaLnBrk="1" latinLnBrk="0" hangingPunct="1">
        <a:defRPr sz="2154" kern="1200">
          <a:solidFill>
            <a:schemeClr val="tx1"/>
          </a:solidFill>
          <a:latin typeface="+mn-lt"/>
          <a:ea typeface="+mn-ea"/>
          <a:cs typeface="+mn-cs"/>
        </a:defRPr>
      </a:lvl2pPr>
      <a:lvl3pPr marL="1094445" algn="l" defTabSz="1094445" rtl="0" eaLnBrk="1" latinLnBrk="0" hangingPunct="1">
        <a:defRPr sz="2154" kern="1200">
          <a:solidFill>
            <a:schemeClr val="tx1"/>
          </a:solidFill>
          <a:latin typeface="+mn-lt"/>
          <a:ea typeface="+mn-ea"/>
          <a:cs typeface="+mn-cs"/>
        </a:defRPr>
      </a:lvl3pPr>
      <a:lvl4pPr marL="1641668" algn="l" defTabSz="1094445" rtl="0" eaLnBrk="1" latinLnBrk="0" hangingPunct="1">
        <a:defRPr sz="2154" kern="1200">
          <a:solidFill>
            <a:schemeClr val="tx1"/>
          </a:solidFill>
          <a:latin typeface="+mn-lt"/>
          <a:ea typeface="+mn-ea"/>
          <a:cs typeface="+mn-cs"/>
        </a:defRPr>
      </a:lvl4pPr>
      <a:lvl5pPr marL="2188891" algn="l" defTabSz="1094445" rtl="0" eaLnBrk="1" latinLnBrk="0" hangingPunct="1">
        <a:defRPr sz="2154" kern="1200">
          <a:solidFill>
            <a:schemeClr val="tx1"/>
          </a:solidFill>
          <a:latin typeface="+mn-lt"/>
          <a:ea typeface="+mn-ea"/>
          <a:cs typeface="+mn-cs"/>
        </a:defRPr>
      </a:lvl5pPr>
      <a:lvl6pPr marL="2736113" algn="l" defTabSz="1094445" rtl="0" eaLnBrk="1" latinLnBrk="0" hangingPunct="1">
        <a:defRPr sz="2154" kern="1200">
          <a:solidFill>
            <a:schemeClr val="tx1"/>
          </a:solidFill>
          <a:latin typeface="+mn-lt"/>
          <a:ea typeface="+mn-ea"/>
          <a:cs typeface="+mn-cs"/>
        </a:defRPr>
      </a:lvl6pPr>
      <a:lvl7pPr marL="3283336" algn="l" defTabSz="1094445" rtl="0" eaLnBrk="1" latinLnBrk="0" hangingPunct="1">
        <a:defRPr sz="2154" kern="1200">
          <a:solidFill>
            <a:schemeClr val="tx1"/>
          </a:solidFill>
          <a:latin typeface="+mn-lt"/>
          <a:ea typeface="+mn-ea"/>
          <a:cs typeface="+mn-cs"/>
        </a:defRPr>
      </a:lvl7pPr>
      <a:lvl8pPr marL="3830559" algn="l" defTabSz="1094445" rtl="0" eaLnBrk="1" latinLnBrk="0" hangingPunct="1">
        <a:defRPr sz="2154" kern="1200">
          <a:solidFill>
            <a:schemeClr val="tx1"/>
          </a:solidFill>
          <a:latin typeface="+mn-lt"/>
          <a:ea typeface="+mn-ea"/>
          <a:cs typeface="+mn-cs"/>
        </a:defRPr>
      </a:lvl8pPr>
      <a:lvl9pPr marL="4377781" algn="l" defTabSz="1094445" rtl="0" eaLnBrk="1" latinLnBrk="0" hangingPunct="1">
        <a:defRPr sz="215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01CEF17D-5542-E1B5-5528-C93A892EBFA9}"/>
              </a:ext>
            </a:extLst>
          </p:cNvPr>
          <p:cNvGrpSpPr/>
          <p:nvPr/>
        </p:nvGrpSpPr>
        <p:grpSpPr>
          <a:xfrm>
            <a:off x="-1" y="-150128"/>
            <a:ext cx="10944225" cy="9923630"/>
            <a:chOff x="-1" y="-150128"/>
            <a:chExt cx="10944225" cy="992363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CF9010C-662A-D350-36B2-4711932003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" y="6125427"/>
              <a:ext cx="10944225" cy="364807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EE286D4-DCD1-C930-E176-FEFBEE754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2891" y="-150128"/>
              <a:ext cx="9548996" cy="620731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B9A41E2-2169-912E-CFC4-DCB8F662EC26}"/>
                </a:ext>
              </a:extLst>
            </p:cNvPr>
            <p:cNvSpPr txBox="1"/>
            <p:nvPr/>
          </p:nvSpPr>
          <p:spPr>
            <a:xfrm>
              <a:off x="452618" y="-68240"/>
              <a:ext cx="393774" cy="5342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549" b="1" dirty="0">
                  <a:latin typeface="Arabic 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A979DAE-CEBD-01BD-0508-C2E28C5DD55A}"/>
                </a:ext>
              </a:extLst>
            </p:cNvPr>
            <p:cNvSpPr txBox="1"/>
            <p:nvPr/>
          </p:nvSpPr>
          <p:spPr>
            <a:xfrm>
              <a:off x="183981" y="5803696"/>
              <a:ext cx="393774" cy="5342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549" b="1" dirty="0">
                  <a:latin typeface="Arabic 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01001C-68D3-B5CA-189B-D9AEAFEF5A85}"/>
                </a:ext>
              </a:extLst>
            </p:cNvPr>
            <p:cNvSpPr txBox="1"/>
            <p:nvPr/>
          </p:nvSpPr>
          <p:spPr>
            <a:xfrm>
              <a:off x="5986554" y="5858288"/>
              <a:ext cx="393774" cy="4846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549" b="1" dirty="0">
                  <a:latin typeface="Arabic 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DC6A027-4F43-B400-2654-CEE73959AAB5}"/>
                </a:ext>
              </a:extLst>
            </p:cNvPr>
            <p:cNvSpPr txBox="1"/>
            <p:nvPr/>
          </p:nvSpPr>
          <p:spPr>
            <a:xfrm>
              <a:off x="1535869" y="6248259"/>
              <a:ext cx="132383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>
                  <a:solidFill>
                    <a:srgbClr val="00B050"/>
                  </a:solidFill>
                  <a:latin typeface="David" panose="020F0502020204030204" pitchFamily="34" charset="-79"/>
                  <a:cs typeface="David" panose="020F0502020204030204" pitchFamily="34" charset="-79"/>
                </a:rPr>
                <a:t>High wind at early morning</a:t>
              </a:r>
            </a:p>
          </p:txBody>
        </p:sp>
        <p:cxnSp>
          <p:nvCxnSpPr>
            <p:cNvPr id="14" name="Connector: Curved 13">
              <a:extLst>
                <a:ext uri="{FF2B5EF4-FFF2-40B4-BE49-F238E27FC236}">
                  <a16:creationId xmlns:a16="http://schemas.microsoft.com/office/drawing/2014/main" id="{DE74E754-2A04-BC47-1425-15D431905085}"/>
                </a:ext>
              </a:extLst>
            </p:cNvPr>
            <p:cNvCxnSpPr/>
            <p:nvPr/>
          </p:nvCxnSpPr>
          <p:spPr>
            <a:xfrm rot="5400000">
              <a:off x="1421013" y="6716345"/>
              <a:ext cx="341194" cy="337903"/>
            </a:xfrm>
            <a:prstGeom prst="curvedConnector3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D20BEE7-8FEA-2D49-0A30-C09CB2EC8F15}"/>
                </a:ext>
              </a:extLst>
            </p:cNvPr>
            <p:cNvSpPr txBox="1"/>
            <p:nvPr/>
          </p:nvSpPr>
          <p:spPr>
            <a:xfrm>
              <a:off x="6956304" y="6412145"/>
              <a:ext cx="132383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>
                  <a:solidFill>
                    <a:srgbClr val="FFC000"/>
                  </a:solidFill>
                  <a:latin typeface="David" panose="020F0502020204030204" pitchFamily="34" charset="-79"/>
                  <a:cs typeface="David" panose="020F0502020204030204" pitchFamily="34" charset="-79"/>
                </a:rPr>
                <a:t>High solar at noon</a:t>
              </a:r>
            </a:p>
          </p:txBody>
        </p:sp>
        <p:cxnSp>
          <p:nvCxnSpPr>
            <p:cNvPr id="17" name="Connector: Curved 16">
              <a:extLst>
                <a:ext uri="{FF2B5EF4-FFF2-40B4-BE49-F238E27FC236}">
                  <a16:creationId xmlns:a16="http://schemas.microsoft.com/office/drawing/2014/main" id="{5852C970-316C-7A9F-4509-B111BB922920}"/>
                </a:ext>
              </a:extLst>
            </p:cNvPr>
            <p:cNvCxnSpPr>
              <a:cxnSpLocks/>
            </p:cNvCxnSpPr>
            <p:nvPr/>
          </p:nvCxnSpPr>
          <p:spPr>
            <a:xfrm>
              <a:off x="8011236" y="6771479"/>
              <a:ext cx="494587" cy="228719"/>
            </a:xfrm>
            <a:prstGeom prst="curvedConnector3">
              <a:avLst/>
            </a:prstGeom>
            <a:ln w="38100"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48570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</TotalTime>
  <Words>13</Words>
  <Application>Microsoft Office PowerPoint</Application>
  <PresentationFormat>Custom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Arabic </vt:lpstr>
      <vt:lpstr>Arial</vt:lpstr>
      <vt:lpstr>David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Hemmati</dc:creator>
  <cp:lastModifiedBy>Mohammad Hemmati</cp:lastModifiedBy>
  <cp:revision>1</cp:revision>
  <dcterms:created xsi:type="dcterms:W3CDTF">2026-08-26T22:47:02Z</dcterms:created>
  <dcterms:modified xsi:type="dcterms:W3CDTF">2026-08-27T00:14:34Z</dcterms:modified>
</cp:coreProperties>
</file>