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8591550" cy="1045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E5275-FF6D-4E1E-9796-43CF961E1EE3}" v="2" dt="2026-10-03T12:05:16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2203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custSel modSld">
      <pc:chgData name="Mohammad Hemmati" userId="5e4c8864-b60e-4c33-9ab5-79becc45a124" providerId="ADAL" clId="{0AA367D0-20A9-4589-BF11-3BD43FA0EB4A}" dt="2026-10-03T12:05:16.227" v="35" actId="164"/>
      <pc:docMkLst>
        <pc:docMk/>
      </pc:docMkLst>
      <pc:sldChg chg="addSp delSp modSp mod">
        <pc:chgData name="Mohammad Hemmati" userId="5e4c8864-b60e-4c33-9ab5-79becc45a124" providerId="ADAL" clId="{0AA367D0-20A9-4589-BF11-3BD43FA0EB4A}" dt="2026-10-03T12:05:16.227" v="35" actId="164"/>
        <pc:sldMkLst>
          <pc:docMk/>
          <pc:sldMk cId="4050991331" sldId="256"/>
        </pc:sldMkLst>
        <pc:grpChg chg="add mod">
          <ac:chgData name="Mohammad Hemmati" userId="5e4c8864-b60e-4c33-9ab5-79becc45a124" providerId="ADAL" clId="{0AA367D0-20A9-4589-BF11-3BD43FA0EB4A}" dt="2026-10-03T12:05:16.227" v="35" actId="164"/>
          <ac:grpSpMkLst>
            <pc:docMk/>
            <pc:sldMk cId="4050991331" sldId="256"/>
            <ac:grpSpMk id="4" creationId="{B1D636BA-DC55-3E52-23B5-F62C449591DE}"/>
          </ac:grpSpMkLst>
        </pc:grpChg>
        <pc:grpChg chg="mod">
          <ac:chgData name="Mohammad Hemmati" userId="5e4c8864-b60e-4c33-9ab5-79becc45a124" providerId="ADAL" clId="{0AA367D0-20A9-4589-BF11-3BD43FA0EB4A}" dt="2026-10-03T12:05:16.227" v="35" actId="164"/>
          <ac:grpSpMkLst>
            <pc:docMk/>
            <pc:sldMk cId="4050991331" sldId="256"/>
            <ac:grpSpMk id="12" creationId="{4AA07ECE-C701-6460-AB7C-BA3545D5D0AD}"/>
          </ac:grpSpMkLst>
        </pc:grpChg>
        <pc:picChg chg="add mod">
          <ac:chgData name="Mohammad Hemmati" userId="5e4c8864-b60e-4c33-9ab5-79becc45a124" providerId="ADAL" clId="{0AA367D0-20A9-4589-BF11-3BD43FA0EB4A}" dt="2026-10-03T12:05:16.227" v="35" actId="164"/>
          <ac:picMkLst>
            <pc:docMk/>
            <pc:sldMk cId="4050991331" sldId="256"/>
            <ac:picMk id="3" creationId="{148F82AA-81A9-E527-4872-8E0DAA49A616}"/>
          </ac:picMkLst>
        </pc:picChg>
        <pc:picChg chg="del">
          <ac:chgData name="Mohammad Hemmati" userId="5e4c8864-b60e-4c33-9ab5-79becc45a124" providerId="ADAL" clId="{0AA367D0-20A9-4589-BF11-3BD43FA0EB4A}" dt="2026-10-03T12:04:22.039" v="0" actId="478"/>
          <ac:picMkLst>
            <pc:docMk/>
            <pc:sldMk cId="4050991331" sldId="256"/>
            <ac:picMk id="5" creationId="{CD86E435-1401-088D-B91C-87D09F6AA1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366" y="1711604"/>
            <a:ext cx="7302818" cy="3641090"/>
          </a:xfrm>
        </p:spPr>
        <p:txBody>
          <a:bodyPr anchor="b"/>
          <a:lstStyle>
            <a:lvl1pPr algn="ctr">
              <a:defRPr sz="5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3944" y="5493108"/>
            <a:ext cx="6443663" cy="2525037"/>
          </a:xfrm>
        </p:spPr>
        <p:txBody>
          <a:bodyPr/>
          <a:lstStyle>
            <a:lvl1pPr marL="0" indent="0" algn="ctr">
              <a:buNone/>
              <a:defRPr sz="2255"/>
            </a:lvl1pPr>
            <a:lvl2pPr marL="429585" indent="0" algn="ctr">
              <a:buNone/>
              <a:defRPr sz="1879"/>
            </a:lvl2pPr>
            <a:lvl3pPr marL="859170" indent="0" algn="ctr">
              <a:buNone/>
              <a:defRPr sz="1691"/>
            </a:lvl3pPr>
            <a:lvl4pPr marL="1288755" indent="0" algn="ctr">
              <a:buNone/>
              <a:defRPr sz="1503"/>
            </a:lvl4pPr>
            <a:lvl5pPr marL="1718340" indent="0" algn="ctr">
              <a:buNone/>
              <a:defRPr sz="1503"/>
            </a:lvl5pPr>
            <a:lvl6pPr marL="2147926" indent="0" algn="ctr">
              <a:buNone/>
              <a:defRPr sz="1503"/>
            </a:lvl6pPr>
            <a:lvl7pPr marL="2577511" indent="0" algn="ctr">
              <a:buNone/>
              <a:defRPr sz="1503"/>
            </a:lvl7pPr>
            <a:lvl8pPr marL="3007096" indent="0" algn="ctr">
              <a:buNone/>
              <a:defRPr sz="1503"/>
            </a:lvl8pPr>
            <a:lvl9pPr marL="3436681" indent="0" algn="ctr">
              <a:buNone/>
              <a:defRPr sz="150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54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833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195" y="2607353"/>
            <a:ext cx="7410212" cy="4350424"/>
          </a:xfrm>
        </p:spPr>
        <p:txBody>
          <a:bodyPr anchor="b"/>
          <a:lstStyle>
            <a:lvl1pPr>
              <a:defRPr sz="5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195" y="6998933"/>
            <a:ext cx="7410212" cy="2287785"/>
          </a:xfrm>
        </p:spPr>
        <p:txBody>
          <a:bodyPr/>
          <a:lstStyle>
            <a:lvl1pPr marL="0" indent="0">
              <a:buNone/>
              <a:defRPr sz="2255">
                <a:solidFill>
                  <a:schemeClr val="tx1">
                    <a:tint val="82000"/>
                  </a:schemeClr>
                </a:solidFill>
              </a:defRPr>
            </a:lvl1pPr>
            <a:lvl2pPr marL="429585" indent="0">
              <a:buNone/>
              <a:defRPr sz="1879">
                <a:solidFill>
                  <a:schemeClr val="tx1">
                    <a:tint val="82000"/>
                  </a:schemeClr>
                </a:solidFill>
              </a:defRPr>
            </a:lvl2pPr>
            <a:lvl3pPr marL="859170" indent="0">
              <a:buNone/>
              <a:defRPr sz="1691">
                <a:solidFill>
                  <a:schemeClr val="tx1">
                    <a:tint val="82000"/>
                  </a:schemeClr>
                </a:solidFill>
              </a:defRPr>
            </a:lvl3pPr>
            <a:lvl4pPr marL="1288755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4pPr>
            <a:lvl5pPr marL="1718340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5pPr>
            <a:lvl6pPr marL="214792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6pPr>
            <a:lvl7pPr marL="257751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7pPr>
            <a:lvl8pPr marL="300709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8pPr>
            <a:lvl9pPr marL="343668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19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669" y="2784078"/>
            <a:ext cx="3651409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9472" y="2784078"/>
            <a:ext cx="3651409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94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556818"/>
            <a:ext cx="7410212" cy="20214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89" y="2563773"/>
            <a:ext cx="3634628" cy="1256466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789" y="3820239"/>
            <a:ext cx="3634628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49473" y="2563773"/>
            <a:ext cx="3652528" cy="1256466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9473" y="3820239"/>
            <a:ext cx="3652528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9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50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8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697230"/>
            <a:ext cx="2770998" cy="2440305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2528" y="1505825"/>
            <a:ext cx="4349472" cy="7432278"/>
          </a:xfrm>
        </p:spPr>
        <p:txBody>
          <a:bodyPr/>
          <a:lstStyle>
            <a:lvl1pPr>
              <a:defRPr sz="3007"/>
            </a:lvl1pPr>
            <a:lvl2pPr>
              <a:defRPr sz="2631"/>
            </a:lvl2pPr>
            <a:lvl3pPr>
              <a:defRPr sz="2255"/>
            </a:lvl3pPr>
            <a:lvl4pPr>
              <a:defRPr sz="1879"/>
            </a:lvl4pPr>
            <a:lvl5pPr>
              <a:defRPr sz="1879"/>
            </a:lvl5pPr>
            <a:lvl6pPr>
              <a:defRPr sz="1879"/>
            </a:lvl6pPr>
            <a:lvl7pPr>
              <a:defRPr sz="1879"/>
            </a:lvl7pPr>
            <a:lvl8pPr>
              <a:defRPr sz="1879"/>
            </a:lvl8pPr>
            <a:lvl9pPr>
              <a:defRPr sz="18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3137535"/>
            <a:ext cx="2770998" cy="5812672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99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697230"/>
            <a:ext cx="2770998" cy="2440305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2528" y="1505825"/>
            <a:ext cx="4349472" cy="7432278"/>
          </a:xfrm>
        </p:spPr>
        <p:txBody>
          <a:bodyPr anchor="t"/>
          <a:lstStyle>
            <a:lvl1pPr marL="0" indent="0">
              <a:buNone/>
              <a:defRPr sz="3007"/>
            </a:lvl1pPr>
            <a:lvl2pPr marL="429585" indent="0">
              <a:buNone/>
              <a:defRPr sz="2631"/>
            </a:lvl2pPr>
            <a:lvl3pPr marL="859170" indent="0">
              <a:buNone/>
              <a:defRPr sz="2255"/>
            </a:lvl3pPr>
            <a:lvl4pPr marL="1288755" indent="0">
              <a:buNone/>
              <a:defRPr sz="1879"/>
            </a:lvl4pPr>
            <a:lvl5pPr marL="1718340" indent="0">
              <a:buNone/>
              <a:defRPr sz="1879"/>
            </a:lvl5pPr>
            <a:lvl6pPr marL="2147926" indent="0">
              <a:buNone/>
              <a:defRPr sz="1879"/>
            </a:lvl6pPr>
            <a:lvl7pPr marL="2577511" indent="0">
              <a:buNone/>
              <a:defRPr sz="1879"/>
            </a:lvl7pPr>
            <a:lvl8pPr marL="3007096" indent="0">
              <a:buNone/>
              <a:defRPr sz="1879"/>
            </a:lvl8pPr>
            <a:lvl9pPr marL="3436681" indent="0">
              <a:buNone/>
              <a:defRPr sz="187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3137535"/>
            <a:ext cx="2770998" cy="5812672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90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08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8328" y="556816"/>
            <a:ext cx="1852553" cy="88630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0669" y="556816"/>
            <a:ext cx="5450265" cy="88630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39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0669" y="556818"/>
            <a:ext cx="7410212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669" y="2784078"/>
            <a:ext cx="7410212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669" y="9693436"/>
            <a:ext cx="1933099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C4391-1BB4-4C96-923F-93FBE4E95C8A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951" y="9693436"/>
            <a:ext cx="2899648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67782" y="9693436"/>
            <a:ext cx="1933099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DFBC6-56C0-4D0A-AE25-3A5BF5E76A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78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59170" rtl="0" eaLnBrk="1" latinLnBrk="0" hangingPunct="1">
        <a:lnSpc>
          <a:spcPct val="90000"/>
        </a:lnSpc>
        <a:spcBef>
          <a:spcPct val="0"/>
        </a:spcBef>
        <a:buNone/>
        <a:defRPr sz="41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793" indent="-214793" algn="l" defTabSz="859170" rtl="0" eaLnBrk="1" latinLnBrk="0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1" kern="1200">
          <a:solidFill>
            <a:schemeClr val="tx1"/>
          </a:solidFill>
          <a:latin typeface="+mn-lt"/>
          <a:ea typeface="+mn-ea"/>
          <a:cs typeface="+mn-cs"/>
        </a:defRPr>
      </a:lvl1pPr>
      <a:lvl2pPr marL="644378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5" kern="1200">
          <a:solidFill>
            <a:schemeClr val="tx1"/>
          </a:solidFill>
          <a:latin typeface="+mn-lt"/>
          <a:ea typeface="+mn-ea"/>
          <a:cs typeface="+mn-cs"/>
        </a:defRPr>
      </a:lvl2pPr>
      <a:lvl3pPr marL="1073963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79" kern="1200">
          <a:solidFill>
            <a:schemeClr val="tx1"/>
          </a:solidFill>
          <a:latin typeface="+mn-lt"/>
          <a:ea typeface="+mn-ea"/>
          <a:cs typeface="+mn-cs"/>
        </a:defRPr>
      </a:lvl3pPr>
      <a:lvl4pPr marL="1503548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933133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362718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792303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221888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651474" indent="-214793" algn="l" defTabSz="85917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585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9170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755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8340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926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7511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7096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6681" algn="l" defTabSz="859170" rtl="0" eaLnBrk="1" latinLnBrk="0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1D636BA-DC55-3E52-23B5-F62C449591DE}"/>
              </a:ext>
            </a:extLst>
          </p:cNvPr>
          <p:cNvGrpSpPr/>
          <p:nvPr/>
        </p:nvGrpSpPr>
        <p:grpSpPr>
          <a:xfrm>
            <a:off x="-2069682" y="-74789"/>
            <a:ext cx="11712963" cy="10603836"/>
            <a:chOff x="-2069682" y="-74789"/>
            <a:chExt cx="11712963" cy="106038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AA07ECE-C701-6460-AB7C-BA3545D5D0AD}"/>
                </a:ext>
              </a:extLst>
            </p:cNvPr>
            <p:cNvGrpSpPr/>
            <p:nvPr/>
          </p:nvGrpSpPr>
          <p:grpSpPr>
            <a:xfrm>
              <a:off x="-108811" y="-74789"/>
              <a:ext cx="8797826" cy="5160009"/>
              <a:chOff x="-108811" y="-74789"/>
              <a:chExt cx="8797826" cy="516000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B929877-EC06-E5AA-DCF7-EB595F181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08811" y="156044"/>
                <a:ext cx="8797826" cy="4698344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6F5A49-00F1-3C7F-8E10-D574563B4D88}"/>
                  </a:ext>
                </a:extLst>
              </p:cNvPr>
              <p:cNvSpPr txBox="1"/>
              <p:nvPr/>
            </p:nvSpPr>
            <p:spPr>
              <a:xfrm>
                <a:off x="174812" y="-74789"/>
                <a:ext cx="4710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latin typeface="Arabic "/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B11EEF-B5A9-65AC-DBFA-C6FAAB3E100C}"/>
                  </a:ext>
                </a:extLst>
              </p:cNvPr>
              <p:cNvSpPr txBox="1"/>
              <p:nvPr/>
            </p:nvSpPr>
            <p:spPr>
              <a:xfrm>
                <a:off x="174812" y="4623555"/>
                <a:ext cx="4710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latin typeface="Arabic "/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48F82AA-81A9-E527-4872-8E0DAA49A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9682" y="4617661"/>
              <a:ext cx="11712963" cy="59113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099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Arabic 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2026-09-26T18:43:36Z</dcterms:created>
  <dcterms:modified xsi:type="dcterms:W3CDTF">2026-10-03T12:05:18Z</dcterms:modified>
</cp:coreProperties>
</file>