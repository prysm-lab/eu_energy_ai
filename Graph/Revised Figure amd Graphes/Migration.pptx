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EFDCB6-1498-4948-AB03-159285F2E4C3}" v="15" dt="2026-08-27T00:51:00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2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08-27T00:58:24.681" v="507" actId="1076"/>
      <pc:docMkLst>
        <pc:docMk/>
      </pc:docMkLst>
      <pc:sldChg chg="addSp delSp modSp mod">
        <pc:chgData name="Mohammad Hemmati" userId="5e4c8864-b60e-4c33-9ab5-79becc45a124" providerId="ADAL" clId="{0AA367D0-20A9-4589-BF11-3BD43FA0EB4A}" dt="2026-08-27T00:58:24.681" v="507" actId="1076"/>
        <pc:sldMkLst>
          <pc:docMk/>
          <pc:sldMk cId="3088069307" sldId="256"/>
        </pc:sldMkLst>
        <pc:spChg chg="add del mod">
          <ac:chgData name="Mohammad Hemmati" userId="5e4c8864-b60e-4c33-9ab5-79becc45a124" providerId="ADAL" clId="{0AA367D0-20A9-4589-BF11-3BD43FA0EB4A}" dt="2026-08-27T00:30:57.793" v="174"/>
          <ac:spMkLst>
            <pc:docMk/>
            <pc:sldMk cId="3088069307" sldId="256"/>
            <ac:spMk id="2" creationId="{55640E29-DAC6-59D7-CC1B-4A82356DA328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13" creationId="{EA11A5A7-797A-6B22-E0AC-64DF20426399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15" creationId="{13811242-40D1-ACAC-5FBC-EB9CF75D9064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16" creationId="{1D8D11C9-44AA-0C25-1942-C38808933F55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17" creationId="{E3BB573D-29A8-F47C-2F57-B89E91D73217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18" creationId="{C715E17A-F7FD-331C-36DE-C3A1F51C2907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19" creationId="{C46D60E5-7EF1-CFA6-56F7-05B57AAD0820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20" creationId="{948093CF-534B-08FF-88C4-007183A791E4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21" creationId="{F8AF9712-1086-B799-D4AD-6E0589DAF3EE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22" creationId="{4142E4B2-49D6-83AF-ADC8-70CE62DD5B2B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23" creationId="{AA5A3B83-D50B-EE84-D609-D94D82B2F2DC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24" creationId="{55B0FC2E-8FE4-9BDC-B7E4-FF5C99EBD306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25" creationId="{33D68D27-650E-7D3B-FFF9-1323F9CD225A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26" creationId="{31C9967D-33A4-1AB9-B2F7-4D139964B92E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27" creationId="{E9F9EE17-5469-EA31-6C64-E28FE80AE04A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28" creationId="{039965C8-CA4B-7059-B4DB-48B5B1F74D00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29" creationId="{598FB8CA-3057-572C-4BD8-56B2D190F713}"/>
          </ac:spMkLst>
        </pc:spChg>
        <pc:spChg chg="mod">
          <ac:chgData name="Mohammad Hemmati" userId="5e4c8864-b60e-4c33-9ab5-79becc45a124" providerId="ADAL" clId="{0AA367D0-20A9-4589-BF11-3BD43FA0EB4A}" dt="2026-08-27T00:33:41.377" v="213"/>
          <ac:spMkLst>
            <pc:docMk/>
            <pc:sldMk cId="3088069307" sldId="256"/>
            <ac:spMk id="31" creationId="{CC4FE7F5-1BB0-729A-2C88-3EEC4E5C2A62}"/>
          </ac:spMkLst>
        </pc:spChg>
        <pc:spChg chg="mod">
          <ac:chgData name="Mohammad Hemmati" userId="5e4c8864-b60e-4c33-9ab5-79becc45a124" providerId="ADAL" clId="{0AA367D0-20A9-4589-BF11-3BD43FA0EB4A}" dt="2026-08-23T23:16:17.093" v="135" actId="164"/>
          <ac:spMkLst>
            <pc:docMk/>
            <pc:sldMk cId="3088069307" sldId="256"/>
            <ac:spMk id="235" creationId="{99115A34-CD54-810B-4F7A-D9E9FC7812DA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240" creationId="{E340442B-3A47-B014-E836-2515765C39DC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242" creationId="{F777907D-FDF8-72EE-3276-6B5C69D00739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244" creationId="{63911CB6-7C8D-48C3-8D3E-9C201552B709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246" creationId="{FDBF7B1B-6429-9FB7-C079-CA8068EA9DE9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248" creationId="{F13B6D5F-9483-5E65-B7CE-9C8EE7EFFF03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250" creationId="{C5443AFB-F131-BB40-4493-000E12351B61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252" creationId="{A8F430C6-5E7A-F609-0869-01CBA02C3423}"/>
          </ac:spMkLst>
        </pc:spChg>
        <pc:spChg chg="mod">
          <ac:chgData name="Mohammad Hemmati" userId="5e4c8864-b60e-4c33-9ab5-79becc45a124" providerId="ADAL" clId="{0AA367D0-20A9-4589-BF11-3BD43FA0EB4A}" dt="2026-08-27T00:57:39.103" v="452" actId="368"/>
          <ac:spMkLst>
            <pc:docMk/>
            <pc:sldMk cId="3088069307" sldId="256"/>
            <ac:spMk id="446" creationId="{601C2527-80B3-6CF4-46FA-600C37408EFF}"/>
          </ac:spMkLst>
        </pc:spChg>
        <pc:spChg chg="mod">
          <ac:chgData name="Mohammad Hemmati" userId="5e4c8864-b60e-4c33-9ab5-79becc45a124" providerId="ADAL" clId="{0AA367D0-20A9-4589-BF11-3BD43FA0EB4A}" dt="2026-08-23T22:23:21.983" v="82" actId="164"/>
          <ac:spMkLst>
            <pc:docMk/>
            <pc:sldMk cId="3088069307" sldId="256"/>
            <ac:spMk id="451" creationId="{4BD62D1E-CB49-12F8-4447-705F0E1FC3AA}"/>
          </ac:spMkLst>
        </pc:spChg>
        <pc:spChg chg="mod">
          <ac:chgData name="Mohammad Hemmati" userId="5e4c8864-b60e-4c33-9ab5-79becc45a124" providerId="ADAL" clId="{0AA367D0-20A9-4589-BF11-3BD43FA0EB4A}" dt="2026-08-23T22:23:21.983" v="82" actId="164"/>
          <ac:spMkLst>
            <pc:docMk/>
            <pc:sldMk cId="3088069307" sldId="256"/>
            <ac:spMk id="453" creationId="{FDC9D05D-788F-4A8F-FDBD-AC04735A4215}"/>
          </ac:spMkLst>
        </pc:spChg>
        <pc:spChg chg="mod">
          <ac:chgData name="Mohammad Hemmati" userId="5e4c8864-b60e-4c33-9ab5-79becc45a124" providerId="ADAL" clId="{0AA367D0-20A9-4589-BF11-3BD43FA0EB4A}" dt="2026-08-23T22:23:21.983" v="82" actId="164"/>
          <ac:spMkLst>
            <pc:docMk/>
            <pc:sldMk cId="3088069307" sldId="256"/>
            <ac:spMk id="455" creationId="{A9613C33-15AA-014A-C6A0-D6E16A7BA116}"/>
          </ac:spMkLst>
        </pc:spChg>
        <pc:spChg chg="mod">
          <ac:chgData name="Mohammad Hemmati" userId="5e4c8864-b60e-4c33-9ab5-79becc45a124" providerId="ADAL" clId="{0AA367D0-20A9-4589-BF11-3BD43FA0EB4A}" dt="2026-08-23T22:23:21.983" v="82" actId="164"/>
          <ac:spMkLst>
            <pc:docMk/>
            <pc:sldMk cId="3088069307" sldId="256"/>
            <ac:spMk id="457" creationId="{DBBF2E70-C21F-1677-E057-4A6989B0B8CF}"/>
          </ac:spMkLst>
        </pc:spChg>
        <pc:spChg chg="add mod">
          <ac:chgData name="Mohammad Hemmati" userId="5e4c8864-b60e-4c33-9ab5-79becc45a124" providerId="ADAL" clId="{0AA367D0-20A9-4589-BF11-3BD43FA0EB4A}" dt="2026-08-27T00:58:20.733" v="506" actId="1037"/>
          <ac:spMkLst>
            <pc:docMk/>
            <pc:sldMk cId="3088069307" sldId="256"/>
            <ac:spMk id="520" creationId="{421B03BC-839E-E578-2A4A-C463E1378771}"/>
          </ac:spMkLst>
        </pc:spChg>
        <pc:spChg chg="add mod">
          <ac:chgData name="Mohammad Hemmati" userId="5e4c8864-b60e-4c33-9ab5-79becc45a124" providerId="ADAL" clId="{0AA367D0-20A9-4589-BF11-3BD43FA0EB4A}" dt="2026-08-27T00:58:20.733" v="506" actId="1037"/>
          <ac:spMkLst>
            <pc:docMk/>
            <pc:sldMk cId="3088069307" sldId="256"/>
            <ac:spMk id="523" creationId="{80F8E445-819D-2FCC-8B09-FA28CD4913C2}"/>
          </ac:spMkLst>
        </pc:spChg>
        <pc:spChg chg="add mod">
          <ac:chgData name="Mohammad Hemmati" userId="5e4c8864-b60e-4c33-9ab5-79becc45a124" providerId="ADAL" clId="{0AA367D0-20A9-4589-BF11-3BD43FA0EB4A}" dt="2026-08-27T00:58:20.733" v="506" actId="1037"/>
          <ac:spMkLst>
            <pc:docMk/>
            <pc:sldMk cId="3088069307" sldId="256"/>
            <ac:spMk id="526" creationId="{C8AE5509-972B-4DEF-E627-5F423986FA2A}"/>
          </ac:spMkLst>
        </pc:spChg>
        <pc:spChg chg="add mod">
          <ac:chgData name="Mohammad Hemmati" userId="5e4c8864-b60e-4c33-9ab5-79becc45a124" providerId="ADAL" clId="{0AA367D0-20A9-4589-BF11-3BD43FA0EB4A}" dt="2026-08-27T00:58:20.733" v="506" actId="1037"/>
          <ac:spMkLst>
            <pc:docMk/>
            <pc:sldMk cId="3088069307" sldId="256"/>
            <ac:spMk id="529" creationId="{BE74F7BE-C3F8-B367-76E6-3B04574327F5}"/>
          </ac:spMkLst>
        </pc:spChg>
        <pc:spChg chg="add mod">
          <ac:chgData name="Mohammad Hemmati" userId="5e4c8864-b60e-4c33-9ab5-79becc45a124" providerId="ADAL" clId="{0AA367D0-20A9-4589-BF11-3BD43FA0EB4A}" dt="2026-08-27T00:58:20.733" v="506" actId="1037"/>
          <ac:spMkLst>
            <pc:docMk/>
            <pc:sldMk cId="3088069307" sldId="256"/>
            <ac:spMk id="531" creationId="{8F36D2BF-FE41-81BA-27F8-4ED5D428A642}"/>
          </ac:spMkLst>
        </pc:spChg>
        <pc:spChg chg="mod">
          <ac:chgData name="Mohammad Hemmati" userId="5e4c8864-b60e-4c33-9ab5-79becc45a124" providerId="ADAL" clId="{0AA367D0-20A9-4589-BF11-3BD43FA0EB4A}" dt="2026-08-23T22:23:21.983" v="82" actId="164"/>
          <ac:spMkLst>
            <pc:docMk/>
            <pc:sldMk cId="3088069307" sldId="256"/>
            <ac:spMk id="532" creationId="{1DB4C3E0-00B7-3734-4DDB-AA97C07AE093}"/>
          </ac:spMkLst>
        </pc:spChg>
        <pc:spChg chg="add mod">
          <ac:chgData name="Mohammad Hemmati" userId="5e4c8864-b60e-4c33-9ab5-79becc45a124" providerId="ADAL" clId="{0AA367D0-20A9-4589-BF11-3BD43FA0EB4A}" dt="2026-08-27T00:58:20.733" v="506" actId="1037"/>
          <ac:spMkLst>
            <pc:docMk/>
            <pc:sldMk cId="3088069307" sldId="256"/>
            <ac:spMk id="536" creationId="{CEA5D373-CBF2-273B-520C-848582B49E59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37" creationId="{CCE45252-DAD7-1A57-6C30-10297543E721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39" creationId="{2C0325E8-6364-C4E3-83DD-0027B37D96A9}"/>
          </ac:spMkLst>
        </pc:spChg>
        <pc:spChg chg="add mod">
          <ac:chgData name="Mohammad Hemmati" userId="5e4c8864-b60e-4c33-9ab5-79becc45a124" providerId="ADAL" clId="{0AA367D0-20A9-4589-BF11-3BD43FA0EB4A}" dt="2026-08-27T00:58:20.733" v="506" actId="1037"/>
          <ac:spMkLst>
            <pc:docMk/>
            <pc:sldMk cId="3088069307" sldId="256"/>
            <ac:spMk id="540" creationId="{1FB95B1A-CE0C-946C-D835-5E7914E674DF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41" creationId="{C2ADBFEE-5833-F4DE-FD75-A1459227229E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43" creationId="{3E1243D9-838D-7A49-C17A-6D237C50E554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45" creationId="{D12C4C86-2FDD-C53F-D242-757180D1D3B5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47" creationId="{6EC59A5E-0185-EDF7-9C1F-BC41A9D3BCC5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49" creationId="{B7F9B803-255A-87FD-80DD-D9E4082A5899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51" creationId="{9C2815C8-8699-D4CE-8EF3-CBCA34749FE8}"/>
          </ac:spMkLst>
        </pc:spChg>
        <pc:spChg chg="mod">
          <ac:chgData name="Mohammad Hemmati" userId="5e4c8864-b60e-4c33-9ab5-79becc45a124" providerId="ADAL" clId="{0AA367D0-20A9-4589-BF11-3BD43FA0EB4A}" dt="2026-08-23T23:14:32.812" v="134" actId="164"/>
          <ac:spMkLst>
            <pc:docMk/>
            <pc:sldMk cId="3088069307" sldId="256"/>
            <ac:spMk id="553" creationId="{86BF8665-946D-1D5D-EADD-9CB7FBE68706}"/>
          </ac:spMkLst>
        </pc:spChg>
        <pc:spChg chg="mod">
          <ac:chgData name="Mohammad Hemmati" userId="5e4c8864-b60e-4c33-9ab5-79becc45a124" providerId="ADAL" clId="{0AA367D0-20A9-4589-BF11-3BD43FA0EB4A}" dt="2026-08-23T23:17:46.874" v="136" actId="164"/>
          <ac:spMkLst>
            <pc:docMk/>
            <pc:sldMk cId="3088069307" sldId="256"/>
            <ac:spMk id="723" creationId="{1A28246B-24D8-0BB9-919C-03BD386C8E21}"/>
          </ac:spMkLst>
        </pc:spChg>
        <pc:spChg chg="add mod">
          <ac:chgData name="Mohammad Hemmati" userId="5e4c8864-b60e-4c33-9ab5-79becc45a124" providerId="ADAL" clId="{0AA367D0-20A9-4589-BF11-3BD43FA0EB4A}" dt="2026-08-27T00:58:24.681" v="507" actId="1076"/>
          <ac:spMkLst>
            <pc:docMk/>
            <pc:sldMk cId="3088069307" sldId="256"/>
            <ac:spMk id="726" creationId="{1CE6AE07-2255-DAA7-690E-63EE9A63EBE6}"/>
          </ac:spMkLst>
        </pc:spChg>
        <pc:grpChg chg="add mod">
          <ac:chgData name="Mohammad Hemmati" userId="5e4c8864-b60e-4c33-9ab5-79becc45a124" providerId="ADAL" clId="{0AA367D0-20A9-4589-BF11-3BD43FA0EB4A}" dt="2026-08-27T00:57:50.385" v="453" actId="1076"/>
          <ac:grpSpMkLst>
            <pc:docMk/>
            <pc:sldMk cId="3088069307" sldId="256"/>
            <ac:grpSpMk id="447" creationId="{80630CF4-1271-1ACE-2691-FC082F3C96E8}"/>
          </ac:grpSpMkLst>
        </pc:grpChg>
        <pc:grpChg chg="add mod">
          <ac:chgData name="Mohammad Hemmati" userId="5e4c8864-b60e-4c33-9ab5-79becc45a124" providerId="ADAL" clId="{0AA367D0-20A9-4589-BF11-3BD43FA0EB4A}" dt="2026-08-27T00:57:56.715" v="454" actId="1076"/>
          <ac:grpSpMkLst>
            <pc:docMk/>
            <pc:sldMk cId="3088069307" sldId="256"/>
            <ac:grpSpMk id="533" creationId="{C37759EA-E6BD-40E3-BF8E-57BF2B6609C4}"/>
          </ac:grpSpMkLst>
        </pc:grpChg>
        <pc:grpChg chg="mod">
          <ac:chgData name="Mohammad Hemmati" userId="5e4c8864-b60e-4c33-9ab5-79becc45a124" providerId="ADAL" clId="{0AA367D0-20A9-4589-BF11-3BD43FA0EB4A}" dt="2026-08-23T23:17:46.874" v="136" actId="164"/>
          <ac:grpSpMkLst>
            <pc:docMk/>
            <pc:sldMk cId="3088069307" sldId="256"/>
            <ac:grpSpMk id="721" creationId="{3D689372-DE27-9A90-CB6A-FF3C956A7575}"/>
          </ac:grpSpMkLst>
        </pc:grpChg>
        <pc:grpChg chg="add mod">
          <ac:chgData name="Mohammad Hemmati" userId="5e4c8864-b60e-4c33-9ab5-79becc45a124" providerId="ADAL" clId="{0AA367D0-20A9-4589-BF11-3BD43FA0EB4A}" dt="2026-08-27T00:57:18.946" v="445" actId="1076"/>
          <ac:grpSpMkLst>
            <pc:docMk/>
            <pc:sldMk cId="3088069307" sldId="256"/>
            <ac:grpSpMk id="724" creationId="{0EFDBB52-896D-FC10-957C-73BBE91AD655}"/>
          </ac:grpSpMkLst>
        </pc:grpChg>
        <pc:grpChg chg="add mod">
          <ac:chgData name="Mohammad Hemmati" userId="5e4c8864-b60e-4c33-9ab5-79becc45a124" providerId="ADAL" clId="{0AA367D0-20A9-4589-BF11-3BD43FA0EB4A}" dt="2026-08-27T00:58:07.511" v="457" actId="1076"/>
          <ac:grpSpMkLst>
            <pc:docMk/>
            <pc:sldMk cId="3088069307" sldId="256"/>
            <ac:grpSpMk id="725" creationId="{9CF93825-2C48-9BB3-3385-79202A514BDE}"/>
          </ac:grpSpMkLst>
        </pc:grpChg>
        <pc:picChg chg="mod">
          <ac:chgData name="Mohammad Hemmati" userId="5e4c8864-b60e-4c33-9ab5-79becc45a124" providerId="ADAL" clId="{0AA367D0-20A9-4589-BF11-3BD43FA0EB4A}" dt="2026-08-23T23:16:17.093" v="135" actId="164"/>
          <ac:picMkLst>
            <pc:docMk/>
            <pc:sldMk cId="3088069307" sldId="256"/>
            <ac:picMk id="30" creationId="{29C4D33E-321C-752E-4611-371FB5B67F73}"/>
          </ac:picMkLst>
        </pc:picChg>
        <pc:picChg chg="mod">
          <ac:chgData name="Mohammad Hemmati" userId="5e4c8864-b60e-4c33-9ab5-79becc45a124" providerId="ADAL" clId="{0AA367D0-20A9-4589-BF11-3BD43FA0EB4A}" dt="2026-08-23T22:00:46.758" v="59" actId="164"/>
          <ac:picMkLst>
            <pc:docMk/>
            <pc:sldMk cId="3088069307" sldId="256"/>
            <ac:picMk id="237" creationId="{7D7FC776-8A66-F274-4AB4-2593BE0583C9}"/>
          </ac:picMkLst>
        </pc:picChg>
        <pc:picChg chg="mod">
          <ac:chgData name="Mohammad Hemmati" userId="5e4c8864-b60e-4c33-9ab5-79becc45a124" providerId="ADAL" clId="{0AA367D0-20A9-4589-BF11-3BD43FA0EB4A}" dt="2026-08-23T22:23:21.983" v="82" actId="164"/>
          <ac:picMkLst>
            <pc:docMk/>
            <pc:sldMk cId="3088069307" sldId="256"/>
            <ac:picMk id="449" creationId="{ED5AE392-F8FB-6B8F-ECEA-3DA675345309}"/>
          </ac:picMkLst>
        </pc:picChg>
        <pc:picChg chg="mod">
          <ac:chgData name="Mohammad Hemmati" userId="5e4c8864-b60e-4c33-9ab5-79becc45a124" providerId="ADAL" clId="{0AA367D0-20A9-4589-BF11-3BD43FA0EB4A}" dt="2026-08-27T00:57:31.569" v="449" actId="1076"/>
          <ac:picMkLst>
            <pc:docMk/>
            <pc:sldMk cId="3088069307" sldId="256"/>
            <ac:picMk id="535" creationId="{BA39871E-CBB4-5A43-E5D8-02169409808B}"/>
          </ac:picMkLst>
        </pc:picChg>
        <pc:cxnChg chg="add mod">
          <ac:chgData name="Mohammad Hemmati" userId="5e4c8864-b60e-4c33-9ab5-79becc45a124" providerId="ADAL" clId="{0AA367D0-20A9-4589-BF11-3BD43FA0EB4A}" dt="2026-08-27T00:52:33.955" v="388" actId="1037"/>
          <ac:cxnSpMkLst>
            <pc:docMk/>
            <pc:sldMk cId="3088069307" sldId="256"/>
            <ac:cxnSpMk id="3" creationId="{D26475DE-E9A5-104F-0971-FFF44F601F77}"/>
          </ac:cxnSpMkLst>
        </pc:cxnChg>
        <pc:cxnChg chg="add mod">
          <ac:chgData name="Mohammad Hemmati" userId="5e4c8864-b60e-4c33-9ab5-79becc45a124" providerId="ADAL" clId="{0AA367D0-20A9-4589-BF11-3BD43FA0EB4A}" dt="2026-08-27T00:52:33.955" v="388" actId="1037"/>
          <ac:cxnSpMkLst>
            <pc:docMk/>
            <pc:sldMk cId="3088069307" sldId="256"/>
            <ac:cxnSpMk id="5" creationId="{316B83D9-E21C-930F-ADA6-C0AD83815FEC}"/>
          </ac:cxnSpMkLst>
        </pc:cxnChg>
        <pc:cxnChg chg="add mod">
          <ac:chgData name="Mohammad Hemmati" userId="5e4c8864-b60e-4c33-9ab5-79becc45a124" providerId="ADAL" clId="{0AA367D0-20A9-4589-BF11-3BD43FA0EB4A}" dt="2026-08-27T00:58:20.733" v="506" actId="1037"/>
          <ac:cxnSpMkLst>
            <pc:docMk/>
            <pc:sldMk cId="3088069307" sldId="256"/>
            <ac:cxnSpMk id="6" creationId="{13AFBBAF-6FB6-AEE5-9863-534084D897C8}"/>
          </ac:cxnSpMkLst>
        </pc:cxnChg>
        <pc:cxnChg chg="mod">
          <ac:chgData name="Mohammad Hemmati" userId="5e4c8864-b60e-4c33-9ab5-79becc45a124" providerId="ADAL" clId="{0AA367D0-20A9-4589-BF11-3BD43FA0EB4A}" dt="2026-08-27T00:29:54.350" v="143" actId="692"/>
          <ac:cxnSpMkLst>
            <pc:docMk/>
            <pc:sldMk cId="3088069307" sldId="256"/>
            <ac:cxnSpMk id="7" creationId="{F7515ADB-A4EB-D70C-5F7B-CE8C9C08856A}"/>
          </ac:cxnSpMkLst>
        </pc:cxnChg>
        <pc:cxnChg chg="add mod">
          <ac:chgData name="Mohammad Hemmati" userId="5e4c8864-b60e-4c33-9ab5-79becc45a124" providerId="ADAL" clId="{0AA367D0-20A9-4589-BF11-3BD43FA0EB4A}" dt="2026-08-27T00:52:33.955" v="388" actId="1037"/>
          <ac:cxnSpMkLst>
            <pc:docMk/>
            <pc:sldMk cId="3088069307" sldId="256"/>
            <ac:cxnSpMk id="9" creationId="{346E5392-1A9F-39B9-4500-0481826332D6}"/>
          </ac:cxnSpMkLst>
        </pc:cxnChg>
        <pc:cxnChg chg="mod">
          <ac:chgData name="Mohammad Hemmati" userId="5e4c8864-b60e-4c33-9ab5-79becc45a124" providerId="ADAL" clId="{0AA367D0-20A9-4589-BF11-3BD43FA0EB4A}" dt="2026-08-27T00:29:54.350" v="143" actId="692"/>
          <ac:cxnSpMkLst>
            <pc:docMk/>
            <pc:sldMk cId="3088069307" sldId="256"/>
            <ac:cxnSpMk id="32" creationId="{0ABA8CE3-786C-9855-4BCC-B55FF0B3D899}"/>
          </ac:cxnSpMkLst>
        </pc:cxnChg>
        <pc:cxnChg chg="mod">
          <ac:chgData name="Mohammad Hemmati" userId="5e4c8864-b60e-4c33-9ab5-79becc45a124" providerId="ADAL" clId="{0AA367D0-20A9-4589-BF11-3BD43FA0EB4A}" dt="2026-08-27T00:30:31.069" v="167" actId="692"/>
          <ac:cxnSpMkLst>
            <pc:docMk/>
            <pc:sldMk cId="3088069307" sldId="256"/>
            <ac:cxnSpMk id="36" creationId="{2368344C-6AE3-BA71-3112-C4E4F99D02C8}"/>
          </ac:cxnSpMkLst>
        </pc:cxnChg>
        <pc:cxnChg chg="mod">
          <ac:chgData name="Mohammad Hemmati" userId="5e4c8864-b60e-4c33-9ab5-79becc45a124" providerId="ADAL" clId="{0AA367D0-20A9-4589-BF11-3BD43FA0EB4A}" dt="2026-08-27T00:30:31.069" v="167" actId="692"/>
          <ac:cxnSpMkLst>
            <pc:docMk/>
            <pc:sldMk cId="3088069307" sldId="256"/>
            <ac:cxnSpMk id="38" creationId="{74F81878-7CA6-71CA-3E3D-8F62C8878425}"/>
          </ac:cxnSpMkLst>
        </pc:cxnChg>
        <pc:cxnChg chg="mod">
          <ac:chgData name="Mohammad Hemmati" userId="5e4c8864-b60e-4c33-9ab5-79becc45a124" providerId="ADAL" clId="{0AA367D0-20A9-4589-BF11-3BD43FA0EB4A}" dt="2026-08-27T00:30:47.669" v="172" actId="692"/>
          <ac:cxnSpMkLst>
            <pc:docMk/>
            <pc:sldMk cId="3088069307" sldId="256"/>
            <ac:cxnSpMk id="86" creationId="{2A8F990F-0049-0694-0022-A7EEC0791650}"/>
          </ac:cxnSpMkLst>
        </pc:cxnChg>
        <pc:cxnChg chg="mod">
          <ac:chgData name="Mohammad Hemmati" userId="5e4c8864-b60e-4c33-9ab5-79becc45a124" providerId="ADAL" clId="{0AA367D0-20A9-4589-BF11-3BD43FA0EB4A}" dt="2026-08-27T00:30:47.669" v="172" actId="692"/>
          <ac:cxnSpMkLst>
            <pc:docMk/>
            <pc:sldMk cId="3088069307" sldId="256"/>
            <ac:cxnSpMk id="93" creationId="{4E1A74E3-314F-A702-1DF7-9DE8985A9C1D}"/>
          </ac:cxnSpMkLst>
        </pc:cxnChg>
        <pc:cxnChg chg="mod">
          <ac:chgData name="Mohammad Hemmati" userId="5e4c8864-b60e-4c33-9ab5-79becc45a124" providerId="ADAL" clId="{0AA367D0-20A9-4589-BF11-3BD43FA0EB4A}" dt="2026-08-27T00:30:47.669" v="172" actId="692"/>
          <ac:cxnSpMkLst>
            <pc:docMk/>
            <pc:sldMk cId="3088069307" sldId="256"/>
            <ac:cxnSpMk id="209" creationId="{B207AAA1-4A78-C404-3BD7-801E71FC170B}"/>
          </ac:cxnSpMkLst>
        </pc:cxnChg>
        <pc:cxnChg chg="mod">
          <ac:chgData name="Mohammad Hemmati" userId="5e4c8864-b60e-4c33-9ab5-79becc45a124" providerId="ADAL" clId="{0AA367D0-20A9-4589-BF11-3BD43FA0EB4A}" dt="2026-08-27T00:30:47.669" v="172" actId="692"/>
          <ac:cxnSpMkLst>
            <pc:docMk/>
            <pc:sldMk cId="3088069307" sldId="256"/>
            <ac:cxnSpMk id="212" creationId="{B80E0A3F-A550-4495-9622-35D2C90FC5EA}"/>
          </ac:cxnSpMkLst>
        </pc:cxnChg>
        <pc:cxnChg chg="add mod">
          <ac:chgData name="Mohammad Hemmati" userId="5e4c8864-b60e-4c33-9ab5-79becc45a124" providerId="ADAL" clId="{0AA367D0-20A9-4589-BF11-3BD43FA0EB4A}" dt="2026-08-23T20:47:21.203" v="1"/>
          <ac:cxnSpMkLst>
            <pc:docMk/>
            <pc:sldMk cId="3088069307" sldId="256"/>
            <ac:cxnSpMk id="238" creationId="{1CB75FA8-E68B-9D27-67BA-D2170027A6A7}"/>
          </ac:cxnSpMkLst>
        </pc:cxnChg>
        <pc:cxnChg chg="add mod">
          <ac:chgData name="Mohammad Hemmati" userId="5e4c8864-b60e-4c33-9ab5-79becc45a124" providerId="ADAL" clId="{0AA367D0-20A9-4589-BF11-3BD43FA0EB4A}" dt="2026-08-23T20:48:54.443" v="2"/>
          <ac:cxnSpMkLst>
            <pc:docMk/>
            <pc:sldMk cId="3088069307" sldId="256"/>
            <ac:cxnSpMk id="254" creationId="{A43227F7-A77B-C1BC-C4C7-5F3CA6D91222}"/>
          </ac:cxnSpMkLst>
        </pc:cxnChg>
        <pc:cxnChg chg="add mod">
          <ac:chgData name="Mohammad Hemmati" userId="5e4c8864-b60e-4c33-9ab5-79becc45a124" providerId="ADAL" clId="{0AA367D0-20A9-4589-BF11-3BD43FA0EB4A}" dt="2026-08-23T20:49:27.976" v="3"/>
          <ac:cxnSpMkLst>
            <pc:docMk/>
            <pc:sldMk cId="3088069307" sldId="256"/>
            <ac:cxnSpMk id="258" creationId="{016B3006-627E-EABD-8513-A8D6A7F01B6E}"/>
          </ac:cxnSpMkLst>
        </pc:cxnChg>
        <pc:cxnChg chg="add mod">
          <ac:chgData name="Mohammad Hemmati" userId="5e4c8864-b60e-4c33-9ab5-79becc45a124" providerId="ADAL" clId="{0AA367D0-20A9-4589-BF11-3BD43FA0EB4A}" dt="2026-08-23T20:49:43.463" v="4"/>
          <ac:cxnSpMkLst>
            <pc:docMk/>
            <pc:sldMk cId="3088069307" sldId="256"/>
            <ac:cxnSpMk id="260" creationId="{40E951DD-B33D-B24A-7D35-E9BF3893D55F}"/>
          </ac:cxnSpMkLst>
        </pc:cxnChg>
        <pc:cxnChg chg="add mod">
          <ac:chgData name="Mohammad Hemmati" userId="5e4c8864-b60e-4c33-9ab5-79becc45a124" providerId="ADAL" clId="{0AA367D0-20A9-4589-BF11-3BD43FA0EB4A}" dt="2026-08-23T20:49:49.181" v="5"/>
          <ac:cxnSpMkLst>
            <pc:docMk/>
            <pc:sldMk cId="3088069307" sldId="256"/>
            <ac:cxnSpMk id="261" creationId="{1C4DAE8A-AD9D-6CDD-B4C2-27397DA2E786}"/>
          </ac:cxnSpMkLst>
        </pc:cxnChg>
        <pc:cxnChg chg="add mod">
          <ac:chgData name="Mohammad Hemmati" userId="5e4c8864-b60e-4c33-9ab5-79becc45a124" providerId="ADAL" clId="{0AA367D0-20A9-4589-BF11-3BD43FA0EB4A}" dt="2026-08-23T20:50:03.417" v="6"/>
          <ac:cxnSpMkLst>
            <pc:docMk/>
            <pc:sldMk cId="3088069307" sldId="256"/>
            <ac:cxnSpMk id="263" creationId="{75C6B154-C363-67D4-4EDF-4E775D014032}"/>
          </ac:cxnSpMkLst>
        </pc:cxnChg>
        <pc:cxnChg chg="add mod">
          <ac:chgData name="Mohammad Hemmati" userId="5e4c8864-b60e-4c33-9ab5-79becc45a124" providerId="ADAL" clId="{0AA367D0-20A9-4589-BF11-3BD43FA0EB4A}" dt="2026-08-23T20:51:32.742" v="7"/>
          <ac:cxnSpMkLst>
            <pc:docMk/>
            <pc:sldMk cId="3088069307" sldId="256"/>
            <ac:cxnSpMk id="270" creationId="{8C7D41F0-DADE-8C6F-CBA4-BFDCC1BE7B49}"/>
          </ac:cxnSpMkLst>
        </pc:cxnChg>
        <pc:cxnChg chg="add mod">
          <ac:chgData name="Mohammad Hemmati" userId="5e4c8864-b60e-4c33-9ab5-79becc45a124" providerId="ADAL" clId="{0AA367D0-20A9-4589-BF11-3BD43FA0EB4A}" dt="2026-08-23T20:51:54.750" v="8"/>
          <ac:cxnSpMkLst>
            <pc:docMk/>
            <pc:sldMk cId="3088069307" sldId="256"/>
            <ac:cxnSpMk id="273" creationId="{8AAAD56D-A2AE-0BA9-EF71-5E26CC9DA602}"/>
          </ac:cxnSpMkLst>
        </pc:cxnChg>
        <pc:cxnChg chg="add mod">
          <ac:chgData name="Mohammad Hemmati" userId="5e4c8864-b60e-4c33-9ab5-79becc45a124" providerId="ADAL" clId="{0AA367D0-20A9-4589-BF11-3BD43FA0EB4A}" dt="2026-08-23T20:54:46.505" v="9"/>
          <ac:cxnSpMkLst>
            <pc:docMk/>
            <pc:sldMk cId="3088069307" sldId="256"/>
            <ac:cxnSpMk id="277" creationId="{891EFB0D-E9A1-FFB0-B9BA-26E8D1122B64}"/>
          </ac:cxnSpMkLst>
        </pc:cxnChg>
        <pc:cxnChg chg="add mod">
          <ac:chgData name="Mohammad Hemmati" userId="5e4c8864-b60e-4c33-9ab5-79becc45a124" providerId="ADAL" clId="{0AA367D0-20A9-4589-BF11-3BD43FA0EB4A}" dt="2026-08-23T20:55:28.655" v="10"/>
          <ac:cxnSpMkLst>
            <pc:docMk/>
            <pc:sldMk cId="3088069307" sldId="256"/>
            <ac:cxnSpMk id="280" creationId="{6AA248CD-FFA5-847A-04E9-7131D604E5D2}"/>
          </ac:cxnSpMkLst>
        </pc:cxnChg>
        <pc:cxnChg chg="add mod">
          <ac:chgData name="Mohammad Hemmati" userId="5e4c8864-b60e-4c33-9ab5-79becc45a124" providerId="ADAL" clId="{0AA367D0-20A9-4589-BF11-3BD43FA0EB4A}" dt="2026-08-23T20:56:19.850" v="11"/>
          <ac:cxnSpMkLst>
            <pc:docMk/>
            <pc:sldMk cId="3088069307" sldId="256"/>
            <ac:cxnSpMk id="284" creationId="{2B45B5CA-5F98-6369-E92D-A893663AEA91}"/>
          </ac:cxnSpMkLst>
        </pc:cxnChg>
        <pc:cxnChg chg="add mod">
          <ac:chgData name="Mohammad Hemmati" userId="5e4c8864-b60e-4c33-9ab5-79becc45a124" providerId="ADAL" clId="{0AA367D0-20A9-4589-BF11-3BD43FA0EB4A}" dt="2026-08-23T20:56:28.126" v="12"/>
          <ac:cxnSpMkLst>
            <pc:docMk/>
            <pc:sldMk cId="3088069307" sldId="256"/>
            <ac:cxnSpMk id="286" creationId="{12C7F404-B6FC-7C67-1C42-D81CE7C99BB9}"/>
          </ac:cxnSpMkLst>
        </pc:cxnChg>
        <pc:cxnChg chg="add mod">
          <ac:chgData name="Mohammad Hemmati" userId="5e4c8864-b60e-4c33-9ab5-79becc45a124" providerId="ADAL" clId="{0AA367D0-20A9-4589-BF11-3BD43FA0EB4A}" dt="2026-08-23T20:57:56.249" v="13"/>
          <ac:cxnSpMkLst>
            <pc:docMk/>
            <pc:sldMk cId="3088069307" sldId="256"/>
            <ac:cxnSpMk id="291" creationId="{81DCCE41-F2A7-FB15-F1BE-2A8DE5C45313}"/>
          </ac:cxnSpMkLst>
        </pc:cxnChg>
        <pc:cxnChg chg="add mod">
          <ac:chgData name="Mohammad Hemmati" userId="5e4c8864-b60e-4c33-9ab5-79becc45a124" providerId="ADAL" clId="{0AA367D0-20A9-4589-BF11-3BD43FA0EB4A}" dt="2026-08-23T20:58:14.432" v="14"/>
          <ac:cxnSpMkLst>
            <pc:docMk/>
            <pc:sldMk cId="3088069307" sldId="256"/>
            <ac:cxnSpMk id="293" creationId="{727CB961-7655-4CEA-D2AD-3DFCB6BEF1AB}"/>
          </ac:cxnSpMkLst>
        </pc:cxnChg>
        <pc:cxnChg chg="add mod">
          <ac:chgData name="Mohammad Hemmati" userId="5e4c8864-b60e-4c33-9ab5-79becc45a124" providerId="ADAL" clId="{0AA367D0-20A9-4589-BF11-3BD43FA0EB4A}" dt="2026-08-23T20:58:41.634" v="15"/>
          <ac:cxnSpMkLst>
            <pc:docMk/>
            <pc:sldMk cId="3088069307" sldId="256"/>
            <ac:cxnSpMk id="296" creationId="{6877BB1D-ADD6-554C-4938-B653E36DD482}"/>
          </ac:cxnSpMkLst>
        </pc:cxnChg>
        <pc:cxnChg chg="add mod">
          <ac:chgData name="Mohammad Hemmati" userId="5e4c8864-b60e-4c33-9ab5-79becc45a124" providerId="ADAL" clId="{0AA367D0-20A9-4589-BF11-3BD43FA0EB4A}" dt="2026-08-23T20:59:08.340" v="16"/>
          <ac:cxnSpMkLst>
            <pc:docMk/>
            <pc:sldMk cId="3088069307" sldId="256"/>
            <ac:cxnSpMk id="299" creationId="{E7770925-4AAD-64A5-B919-8A9BA55E404C}"/>
          </ac:cxnSpMkLst>
        </pc:cxnChg>
        <pc:cxnChg chg="add mod">
          <ac:chgData name="Mohammad Hemmati" userId="5e4c8864-b60e-4c33-9ab5-79becc45a124" providerId="ADAL" clId="{0AA367D0-20A9-4589-BF11-3BD43FA0EB4A}" dt="2026-08-23T21:11:03.033" v="17"/>
          <ac:cxnSpMkLst>
            <pc:docMk/>
            <pc:sldMk cId="3088069307" sldId="256"/>
            <ac:cxnSpMk id="307" creationId="{6EE179CF-815B-9AC6-08FE-48D81BDF7ED9}"/>
          </ac:cxnSpMkLst>
        </pc:cxnChg>
        <pc:cxnChg chg="add mod">
          <ac:chgData name="Mohammad Hemmati" userId="5e4c8864-b60e-4c33-9ab5-79becc45a124" providerId="ADAL" clId="{0AA367D0-20A9-4589-BF11-3BD43FA0EB4A}" dt="2026-08-23T21:11:51.415" v="18"/>
          <ac:cxnSpMkLst>
            <pc:docMk/>
            <pc:sldMk cId="3088069307" sldId="256"/>
            <ac:cxnSpMk id="311" creationId="{3F626487-5E50-3300-4D0D-1FC7D0923784}"/>
          </ac:cxnSpMkLst>
        </pc:cxnChg>
        <pc:cxnChg chg="add mod">
          <ac:chgData name="Mohammad Hemmati" userId="5e4c8864-b60e-4c33-9ab5-79becc45a124" providerId="ADAL" clId="{0AA367D0-20A9-4589-BF11-3BD43FA0EB4A}" dt="2026-08-23T21:12:20.081" v="19"/>
          <ac:cxnSpMkLst>
            <pc:docMk/>
            <pc:sldMk cId="3088069307" sldId="256"/>
            <ac:cxnSpMk id="313" creationId="{E07D8725-38F6-C318-931E-E99FE526C43F}"/>
          </ac:cxnSpMkLst>
        </pc:cxnChg>
        <pc:cxnChg chg="add mod">
          <ac:chgData name="Mohammad Hemmati" userId="5e4c8864-b60e-4c33-9ab5-79becc45a124" providerId="ADAL" clId="{0AA367D0-20A9-4589-BF11-3BD43FA0EB4A}" dt="2026-08-23T21:12:37.502" v="20"/>
          <ac:cxnSpMkLst>
            <pc:docMk/>
            <pc:sldMk cId="3088069307" sldId="256"/>
            <ac:cxnSpMk id="315" creationId="{C69AA537-98EC-B504-4B43-253ED81EA652}"/>
          </ac:cxnSpMkLst>
        </pc:cxnChg>
        <pc:cxnChg chg="add mod">
          <ac:chgData name="Mohammad Hemmati" userId="5e4c8864-b60e-4c33-9ab5-79becc45a124" providerId="ADAL" clId="{0AA367D0-20A9-4589-BF11-3BD43FA0EB4A}" dt="2026-08-23T21:13:38.472" v="21"/>
          <ac:cxnSpMkLst>
            <pc:docMk/>
            <pc:sldMk cId="3088069307" sldId="256"/>
            <ac:cxnSpMk id="318" creationId="{755F0FAE-4857-4279-F601-592BE5E78663}"/>
          </ac:cxnSpMkLst>
        </pc:cxnChg>
        <pc:cxnChg chg="add mod">
          <ac:chgData name="Mohammad Hemmati" userId="5e4c8864-b60e-4c33-9ab5-79becc45a124" providerId="ADAL" clId="{0AA367D0-20A9-4589-BF11-3BD43FA0EB4A}" dt="2026-08-23T21:15:00.822" v="22"/>
          <ac:cxnSpMkLst>
            <pc:docMk/>
            <pc:sldMk cId="3088069307" sldId="256"/>
            <ac:cxnSpMk id="323" creationId="{52E97576-0295-0601-A698-36BCF527BE59}"/>
          </ac:cxnSpMkLst>
        </pc:cxnChg>
        <pc:cxnChg chg="add mod">
          <ac:chgData name="Mohammad Hemmati" userId="5e4c8864-b60e-4c33-9ab5-79becc45a124" providerId="ADAL" clId="{0AA367D0-20A9-4589-BF11-3BD43FA0EB4A}" dt="2026-08-23T21:15:24.475" v="23"/>
          <ac:cxnSpMkLst>
            <pc:docMk/>
            <pc:sldMk cId="3088069307" sldId="256"/>
            <ac:cxnSpMk id="325" creationId="{6148B692-A3CD-1E32-D522-0EE8043A4769}"/>
          </ac:cxnSpMkLst>
        </pc:cxnChg>
        <pc:cxnChg chg="add mod">
          <ac:chgData name="Mohammad Hemmati" userId="5e4c8864-b60e-4c33-9ab5-79becc45a124" providerId="ADAL" clId="{0AA367D0-20A9-4589-BF11-3BD43FA0EB4A}" dt="2026-08-23T21:15:51.740" v="24"/>
          <ac:cxnSpMkLst>
            <pc:docMk/>
            <pc:sldMk cId="3088069307" sldId="256"/>
            <ac:cxnSpMk id="328" creationId="{5605945B-E6E1-D6B4-92D1-FF9B4AC34E54}"/>
          </ac:cxnSpMkLst>
        </pc:cxnChg>
        <pc:cxnChg chg="add mod">
          <ac:chgData name="Mohammad Hemmati" userId="5e4c8864-b60e-4c33-9ab5-79becc45a124" providerId="ADAL" clId="{0AA367D0-20A9-4589-BF11-3BD43FA0EB4A}" dt="2026-08-23T21:16:19.447" v="25"/>
          <ac:cxnSpMkLst>
            <pc:docMk/>
            <pc:sldMk cId="3088069307" sldId="256"/>
            <ac:cxnSpMk id="331" creationId="{0A676F83-065C-1578-B066-93805B25C964}"/>
          </ac:cxnSpMkLst>
        </pc:cxnChg>
        <pc:cxnChg chg="add mod">
          <ac:chgData name="Mohammad Hemmati" userId="5e4c8864-b60e-4c33-9ab5-79becc45a124" providerId="ADAL" clId="{0AA367D0-20A9-4589-BF11-3BD43FA0EB4A}" dt="2026-08-23T21:19:16.594" v="26"/>
          <ac:cxnSpMkLst>
            <pc:docMk/>
            <pc:sldMk cId="3088069307" sldId="256"/>
            <ac:cxnSpMk id="338" creationId="{40EB6C0F-BFD2-57F4-87B4-4AB79A2F76C0}"/>
          </ac:cxnSpMkLst>
        </pc:cxnChg>
        <pc:cxnChg chg="add mod">
          <ac:chgData name="Mohammad Hemmati" userId="5e4c8864-b60e-4c33-9ab5-79becc45a124" providerId="ADAL" clId="{0AA367D0-20A9-4589-BF11-3BD43FA0EB4A}" dt="2026-08-23T21:19:26.096" v="27"/>
          <ac:cxnSpMkLst>
            <pc:docMk/>
            <pc:sldMk cId="3088069307" sldId="256"/>
            <ac:cxnSpMk id="339" creationId="{4A97A9FF-3185-6E6F-B271-B7028FE43487}"/>
          </ac:cxnSpMkLst>
        </pc:cxnChg>
        <pc:cxnChg chg="add mod">
          <ac:chgData name="Mohammad Hemmati" userId="5e4c8864-b60e-4c33-9ab5-79becc45a124" providerId="ADAL" clId="{0AA367D0-20A9-4589-BF11-3BD43FA0EB4A}" dt="2026-08-23T21:19:46.529" v="28"/>
          <ac:cxnSpMkLst>
            <pc:docMk/>
            <pc:sldMk cId="3088069307" sldId="256"/>
            <ac:cxnSpMk id="341" creationId="{96CF0A34-78B3-96F4-7B46-B93DD3E513D2}"/>
          </ac:cxnSpMkLst>
        </pc:cxnChg>
        <pc:cxnChg chg="add mod">
          <ac:chgData name="Mohammad Hemmati" userId="5e4c8864-b60e-4c33-9ab5-79becc45a124" providerId="ADAL" clId="{0AA367D0-20A9-4589-BF11-3BD43FA0EB4A}" dt="2026-08-23T21:20:51.085" v="29"/>
          <ac:cxnSpMkLst>
            <pc:docMk/>
            <pc:sldMk cId="3088069307" sldId="256"/>
            <ac:cxnSpMk id="344" creationId="{C769620B-ED89-D333-235F-BBF0F97769BE}"/>
          </ac:cxnSpMkLst>
        </pc:cxnChg>
        <pc:cxnChg chg="add mod">
          <ac:chgData name="Mohammad Hemmati" userId="5e4c8864-b60e-4c33-9ab5-79becc45a124" providerId="ADAL" clId="{0AA367D0-20A9-4589-BF11-3BD43FA0EB4A}" dt="2026-08-23T21:21:03.154" v="30"/>
          <ac:cxnSpMkLst>
            <pc:docMk/>
            <pc:sldMk cId="3088069307" sldId="256"/>
            <ac:cxnSpMk id="346" creationId="{1468825D-89B0-0D7C-9F9F-5A699B25A836}"/>
          </ac:cxnSpMkLst>
        </pc:cxnChg>
        <pc:cxnChg chg="add mod">
          <ac:chgData name="Mohammad Hemmati" userId="5e4c8864-b60e-4c33-9ab5-79becc45a124" providerId="ADAL" clId="{0AA367D0-20A9-4589-BF11-3BD43FA0EB4A}" dt="2026-08-23T21:21:55.620" v="31"/>
          <ac:cxnSpMkLst>
            <pc:docMk/>
            <pc:sldMk cId="3088069307" sldId="256"/>
            <ac:cxnSpMk id="349" creationId="{CBC8DDE6-C748-CA97-0D2C-43E4E9CABA0E}"/>
          </ac:cxnSpMkLst>
        </pc:cxnChg>
        <pc:cxnChg chg="add mod">
          <ac:chgData name="Mohammad Hemmati" userId="5e4c8864-b60e-4c33-9ab5-79becc45a124" providerId="ADAL" clId="{0AA367D0-20A9-4589-BF11-3BD43FA0EB4A}" dt="2026-08-23T21:22:18.279" v="32"/>
          <ac:cxnSpMkLst>
            <pc:docMk/>
            <pc:sldMk cId="3088069307" sldId="256"/>
            <ac:cxnSpMk id="352" creationId="{699E04F8-C243-9460-CF21-6D86E8A4E772}"/>
          </ac:cxnSpMkLst>
        </pc:cxnChg>
        <pc:cxnChg chg="add mod">
          <ac:chgData name="Mohammad Hemmati" userId="5e4c8864-b60e-4c33-9ab5-79becc45a124" providerId="ADAL" clId="{0AA367D0-20A9-4589-BF11-3BD43FA0EB4A}" dt="2026-08-23T21:22:55.127" v="33"/>
          <ac:cxnSpMkLst>
            <pc:docMk/>
            <pc:sldMk cId="3088069307" sldId="256"/>
            <ac:cxnSpMk id="355" creationId="{95E3D1C2-59B5-A110-543C-6F0CE48F5559}"/>
          </ac:cxnSpMkLst>
        </pc:cxnChg>
        <pc:cxnChg chg="add mod">
          <ac:chgData name="Mohammad Hemmati" userId="5e4c8864-b60e-4c33-9ab5-79becc45a124" providerId="ADAL" clId="{0AA367D0-20A9-4589-BF11-3BD43FA0EB4A}" dt="2026-08-23T21:23:05.234" v="34"/>
          <ac:cxnSpMkLst>
            <pc:docMk/>
            <pc:sldMk cId="3088069307" sldId="256"/>
            <ac:cxnSpMk id="356" creationId="{F45982F4-3BD4-764F-5A11-E48F5135AA15}"/>
          </ac:cxnSpMkLst>
        </pc:cxnChg>
        <pc:cxnChg chg="add mod">
          <ac:chgData name="Mohammad Hemmati" userId="5e4c8864-b60e-4c33-9ab5-79becc45a124" providerId="ADAL" clId="{0AA367D0-20A9-4589-BF11-3BD43FA0EB4A}" dt="2026-08-23T21:32:40.351" v="35"/>
          <ac:cxnSpMkLst>
            <pc:docMk/>
            <pc:sldMk cId="3088069307" sldId="256"/>
            <ac:cxnSpMk id="361" creationId="{9126CF75-B030-B66A-F502-7E5922BF8385}"/>
          </ac:cxnSpMkLst>
        </pc:cxnChg>
        <pc:cxnChg chg="add mod">
          <ac:chgData name="Mohammad Hemmati" userId="5e4c8864-b60e-4c33-9ab5-79becc45a124" providerId="ADAL" clId="{0AA367D0-20A9-4589-BF11-3BD43FA0EB4A}" dt="2026-08-23T21:32:51.903" v="36"/>
          <ac:cxnSpMkLst>
            <pc:docMk/>
            <pc:sldMk cId="3088069307" sldId="256"/>
            <ac:cxnSpMk id="364" creationId="{84A9D4F9-4DD0-85A6-96B3-5BC431F2D836}"/>
          </ac:cxnSpMkLst>
        </pc:cxnChg>
        <pc:cxnChg chg="add mod">
          <ac:chgData name="Mohammad Hemmati" userId="5e4c8864-b60e-4c33-9ab5-79becc45a124" providerId="ADAL" clId="{0AA367D0-20A9-4589-BF11-3BD43FA0EB4A}" dt="2026-08-23T21:33:15.147" v="37"/>
          <ac:cxnSpMkLst>
            <pc:docMk/>
            <pc:sldMk cId="3088069307" sldId="256"/>
            <ac:cxnSpMk id="367" creationId="{A653DA0D-21DB-6CB4-F80A-24E4BCD4B59D}"/>
          </ac:cxnSpMkLst>
        </pc:cxnChg>
        <pc:cxnChg chg="add mod">
          <ac:chgData name="Mohammad Hemmati" userId="5e4c8864-b60e-4c33-9ab5-79becc45a124" providerId="ADAL" clId="{0AA367D0-20A9-4589-BF11-3BD43FA0EB4A}" dt="2026-08-23T21:34:17.582" v="38"/>
          <ac:cxnSpMkLst>
            <pc:docMk/>
            <pc:sldMk cId="3088069307" sldId="256"/>
            <ac:cxnSpMk id="369" creationId="{6AEAD1D7-3421-8B9C-6895-C26C60351E31}"/>
          </ac:cxnSpMkLst>
        </pc:cxnChg>
        <pc:cxnChg chg="add mod">
          <ac:chgData name="Mohammad Hemmati" userId="5e4c8864-b60e-4c33-9ab5-79becc45a124" providerId="ADAL" clId="{0AA367D0-20A9-4589-BF11-3BD43FA0EB4A}" dt="2026-08-23T21:35:03" v="39"/>
          <ac:cxnSpMkLst>
            <pc:docMk/>
            <pc:sldMk cId="3088069307" sldId="256"/>
            <ac:cxnSpMk id="374" creationId="{5F6FFEE3-D457-4247-1FD1-CE7EE5E80265}"/>
          </ac:cxnSpMkLst>
        </pc:cxnChg>
        <pc:cxnChg chg="add mod">
          <ac:chgData name="Mohammad Hemmati" userId="5e4c8864-b60e-4c33-9ab5-79becc45a124" providerId="ADAL" clId="{0AA367D0-20A9-4589-BF11-3BD43FA0EB4A}" dt="2026-08-23T21:35:17.240" v="40"/>
          <ac:cxnSpMkLst>
            <pc:docMk/>
            <pc:sldMk cId="3088069307" sldId="256"/>
            <ac:cxnSpMk id="377" creationId="{E3474D8E-444D-3900-91B9-FF0E0076BAC8}"/>
          </ac:cxnSpMkLst>
        </pc:cxnChg>
        <pc:cxnChg chg="add mod">
          <ac:chgData name="Mohammad Hemmati" userId="5e4c8864-b60e-4c33-9ab5-79becc45a124" providerId="ADAL" clId="{0AA367D0-20A9-4589-BF11-3BD43FA0EB4A}" dt="2026-08-23T21:36:51.945" v="41"/>
          <ac:cxnSpMkLst>
            <pc:docMk/>
            <pc:sldMk cId="3088069307" sldId="256"/>
            <ac:cxnSpMk id="382" creationId="{A7591C2E-19B1-E699-43C5-D47036160C39}"/>
          </ac:cxnSpMkLst>
        </pc:cxnChg>
        <pc:cxnChg chg="add mod">
          <ac:chgData name="Mohammad Hemmati" userId="5e4c8864-b60e-4c33-9ab5-79becc45a124" providerId="ADAL" clId="{0AA367D0-20A9-4589-BF11-3BD43FA0EB4A}" dt="2026-08-23T21:37:18.715" v="42"/>
          <ac:cxnSpMkLst>
            <pc:docMk/>
            <pc:sldMk cId="3088069307" sldId="256"/>
            <ac:cxnSpMk id="385" creationId="{34162F4E-F670-1D74-4E0E-D4DF7CFAAAFE}"/>
          </ac:cxnSpMkLst>
        </pc:cxnChg>
        <pc:cxnChg chg="add mod">
          <ac:chgData name="Mohammad Hemmati" userId="5e4c8864-b60e-4c33-9ab5-79becc45a124" providerId="ADAL" clId="{0AA367D0-20A9-4589-BF11-3BD43FA0EB4A}" dt="2026-08-23T21:37:56.468" v="43"/>
          <ac:cxnSpMkLst>
            <pc:docMk/>
            <pc:sldMk cId="3088069307" sldId="256"/>
            <ac:cxnSpMk id="391" creationId="{A9142D56-0E8B-52D0-EB40-285612896CDD}"/>
          </ac:cxnSpMkLst>
        </pc:cxnChg>
        <pc:cxnChg chg="add mod">
          <ac:chgData name="Mohammad Hemmati" userId="5e4c8864-b60e-4c33-9ab5-79becc45a124" providerId="ADAL" clId="{0AA367D0-20A9-4589-BF11-3BD43FA0EB4A}" dt="2026-08-23T21:38:40.756" v="44"/>
          <ac:cxnSpMkLst>
            <pc:docMk/>
            <pc:sldMk cId="3088069307" sldId="256"/>
            <ac:cxnSpMk id="395" creationId="{7F378EED-2D36-DBF3-E954-513904CC7FAD}"/>
          </ac:cxnSpMkLst>
        </pc:cxnChg>
        <pc:cxnChg chg="add mod">
          <ac:chgData name="Mohammad Hemmati" userId="5e4c8864-b60e-4c33-9ab5-79becc45a124" providerId="ADAL" clId="{0AA367D0-20A9-4589-BF11-3BD43FA0EB4A}" dt="2026-08-23T21:38:49.018" v="45"/>
          <ac:cxnSpMkLst>
            <pc:docMk/>
            <pc:sldMk cId="3088069307" sldId="256"/>
            <ac:cxnSpMk id="397" creationId="{C5A6EB42-6406-29F7-B572-442E84D2ED65}"/>
          </ac:cxnSpMkLst>
        </pc:cxnChg>
        <pc:cxnChg chg="add mod">
          <ac:chgData name="Mohammad Hemmati" userId="5e4c8864-b60e-4c33-9ab5-79becc45a124" providerId="ADAL" clId="{0AA367D0-20A9-4589-BF11-3BD43FA0EB4A}" dt="2026-08-23T21:39:13.812" v="46"/>
          <ac:cxnSpMkLst>
            <pc:docMk/>
            <pc:sldMk cId="3088069307" sldId="256"/>
            <ac:cxnSpMk id="399" creationId="{CE6D2DD5-13FE-E396-866F-1ECEC10AA30C}"/>
          </ac:cxnSpMkLst>
        </pc:cxnChg>
        <pc:cxnChg chg="add mod">
          <ac:chgData name="Mohammad Hemmati" userId="5e4c8864-b60e-4c33-9ab5-79becc45a124" providerId="ADAL" clId="{0AA367D0-20A9-4589-BF11-3BD43FA0EB4A}" dt="2026-08-23T21:40:04.536" v="47"/>
          <ac:cxnSpMkLst>
            <pc:docMk/>
            <pc:sldMk cId="3088069307" sldId="256"/>
            <ac:cxnSpMk id="403" creationId="{E3FE9C99-A3FF-63FE-DC4E-97EA3E36DE64}"/>
          </ac:cxnSpMkLst>
        </pc:cxnChg>
        <pc:cxnChg chg="add mod">
          <ac:chgData name="Mohammad Hemmati" userId="5e4c8864-b60e-4c33-9ab5-79becc45a124" providerId="ADAL" clId="{0AA367D0-20A9-4589-BF11-3BD43FA0EB4A}" dt="2026-08-23T21:43:54.665" v="48"/>
          <ac:cxnSpMkLst>
            <pc:docMk/>
            <pc:sldMk cId="3088069307" sldId="256"/>
            <ac:cxnSpMk id="411" creationId="{7EB9CB67-4508-DCDA-B9C4-425B8C0FCE9A}"/>
          </ac:cxnSpMkLst>
        </pc:cxnChg>
        <pc:cxnChg chg="add mod">
          <ac:chgData name="Mohammad Hemmati" userId="5e4c8864-b60e-4c33-9ab5-79becc45a124" providerId="ADAL" clId="{0AA367D0-20A9-4589-BF11-3BD43FA0EB4A}" dt="2026-08-23T21:44:17.287" v="49"/>
          <ac:cxnSpMkLst>
            <pc:docMk/>
            <pc:sldMk cId="3088069307" sldId="256"/>
            <ac:cxnSpMk id="413" creationId="{51E67DED-EDC3-BAF5-9ECC-B4CCBB259307}"/>
          </ac:cxnSpMkLst>
        </pc:cxnChg>
        <pc:cxnChg chg="add mod">
          <ac:chgData name="Mohammad Hemmati" userId="5e4c8864-b60e-4c33-9ab5-79becc45a124" providerId="ADAL" clId="{0AA367D0-20A9-4589-BF11-3BD43FA0EB4A}" dt="2026-08-23T21:45:09.599" v="50"/>
          <ac:cxnSpMkLst>
            <pc:docMk/>
            <pc:sldMk cId="3088069307" sldId="256"/>
            <ac:cxnSpMk id="419" creationId="{320C8DA0-BFF4-F05D-15C5-BB2EF3D6D7DD}"/>
          </ac:cxnSpMkLst>
        </pc:cxnChg>
        <pc:cxnChg chg="add mod">
          <ac:chgData name="Mohammad Hemmati" userId="5e4c8864-b60e-4c33-9ab5-79becc45a124" providerId="ADAL" clId="{0AA367D0-20A9-4589-BF11-3BD43FA0EB4A}" dt="2026-08-23T21:45:40.941" v="51"/>
          <ac:cxnSpMkLst>
            <pc:docMk/>
            <pc:sldMk cId="3088069307" sldId="256"/>
            <ac:cxnSpMk id="423" creationId="{4C1F76D3-1A1D-9397-65BF-4FB937D8490E}"/>
          </ac:cxnSpMkLst>
        </pc:cxnChg>
        <pc:cxnChg chg="add mod">
          <ac:chgData name="Mohammad Hemmati" userId="5e4c8864-b60e-4c33-9ab5-79becc45a124" providerId="ADAL" clId="{0AA367D0-20A9-4589-BF11-3BD43FA0EB4A}" dt="2026-08-23T21:47:03.028" v="52"/>
          <ac:cxnSpMkLst>
            <pc:docMk/>
            <pc:sldMk cId="3088069307" sldId="256"/>
            <ac:cxnSpMk id="428" creationId="{C087A9C3-428E-DAB8-D728-0002CAA9A54B}"/>
          </ac:cxnSpMkLst>
        </pc:cxnChg>
        <pc:cxnChg chg="add mod">
          <ac:chgData name="Mohammad Hemmati" userId="5e4c8864-b60e-4c33-9ab5-79becc45a124" providerId="ADAL" clId="{0AA367D0-20A9-4589-BF11-3BD43FA0EB4A}" dt="2026-08-23T21:47:25.452" v="54"/>
          <ac:cxnSpMkLst>
            <pc:docMk/>
            <pc:sldMk cId="3088069307" sldId="256"/>
            <ac:cxnSpMk id="431" creationId="{E7B19CFC-1A89-C3AC-6A70-CFBC08E3B527}"/>
          </ac:cxnSpMkLst>
        </pc:cxnChg>
        <pc:cxnChg chg="add mod">
          <ac:chgData name="Mohammad Hemmati" userId="5e4c8864-b60e-4c33-9ab5-79becc45a124" providerId="ADAL" clId="{0AA367D0-20A9-4589-BF11-3BD43FA0EB4A}" dt="2026-08-23T21:48:43.436" v="55"/>
          <ac:cxnSpMkLst>
            <pc:docMk/>
            <pc:sldMk cId="3088069307" sldId="256"/>
            <ac:cxnSpMk id="436" creationId="{1806EC5C-1CFD-D249-EAEA-ED02970578BB}"/>
          </ac:cxnSpMkLst>
        </pc:cxnChg>
        <pc:cxnChg chg="add mod">
          <ac:chgData name="Mohammad Hemmati" userId="5e4c8864-b60e-4c33-9ab5-79becc45a124" providerId="ADAL" clId="{0AA367D0-20A9-4589-BF11-3BD43FA0EB4A}" dt="2026-08-23T21:48:58.642" v="56"/>
          <ac:cxnSpMkLst>
            <pc:docMk/>
            <pc:sldMk cId="3088069307" sldId="256"/>
            <ac:cxnSpMk id="438" creationId="{9A461591-5756-435C-F81D-FF7448998F91}"/>
          </ac:cxnSpMkLst>
        </pc:cxnChg>
        <pc:cxnChg chg="add mod">
          <ac:chgData name="Mohammad Hemmati" userId="5e4c8864-b60e-4c33-9ab5-79becc45a124" providerId="ADAL" clId="{0AA367D0-20A9-4589-BF11-3BD43FA0EB4A}" dt="2026-08-23T21:49:18.714" v="57"/>
          <ac:cxnSpMkLst>
            <pc:docMk/>
            <pc:sldMk cId="3088069307" sldId="256"/>
            <ac:cxnSpMk id="440" creationId="{E2E79571-2702-F845-1F5C-25697263585C}"/>
          </ac:cxnSpMkLst>
        </pc:cxnChg>
        <pc:cxnChg chg="add mod">
          <ac:chgData name="Mohammad Hemmati" userId="5e4c8864-b60e-4c33-9ab5-79becc45a124" providerId="ADAL" clId="{0AA367D0-20A9-4589-BF11-3BD43FA0EB4A}" dt="2026-08-23T21:49:38.617" v="58"/>
          <ac:cxnSpMkLst>
            <pc:docMk/>
            <pc:sldMk cId="3088069307" sldId="256"/>
            <ac:cxnSpMk id="443" creationId="{C9E0D5A3-3BCD-2E55-0937-D53927C4E7A1}"/>
          </ac:cxnSpMkLst>
        </pc:cxnChg>
        <pc:cxnChg chg="add mod">
          <ac:chgData name="Mohammad Hemmati" userId="5e4c8864-b60e-4c33-9ab5-79becc45a124" providerId="ADAL" clId="{0AA367D0-20A9-4589-BF11-3BD43FA0EB4A}" dt="2026-08-23T22:23:21.983" v="82" actId="164"/>
          <ac:cxnSpMkLst>
            <pc:docMk/>
            <pc:sldMk cId="3088069307" sldId="256"/>
            <ac:cxnSpMk id="458" creationId="{85E48B21-931E-38D7-60CF-33752B1971A2}"/>
          </ac:cxnSpMkLst>
        </pc:cxnChg>
        <pc:cxnChg chg="add mod">
          <ac:chgData name="Mohammad Hemmati" userId="5e4c8864-b60e-4c33-9ab5-79becc45a124" providerId="ADAL" clId="{0AA367D0-20A9-4589-BF11-3BD43FA0EB4A}" dt="2026-08-23T22:06:44.279" v="62"/>
          <ac:cxnSpMkLst>
            <pc:docMk/>
            <pc:sldMk cId="3088069307" sldId="256"/>
            <ac:cxnSpMk id="461" creationId="{DD28EB72-6720-04B2-EA4B-3D34AA6C0143}"/>
          </ac:cxnSpMkLst>
        </pc:cxnChg>
        <pc:cxnChg chg="add mod">
          <ac:chgData name="Mohammad Hemmati" userId="5e4c8864-b60e-4c33-9ab5-79becc45a124" providerId="ADAL" clId="{0AA367D0-20A9-4589-BF11-3BD43FA0EB4A}" dt="2026-08-23T22:07:11.002" v="63"/>
          <ac:cxnSpMkLst>
            <pc:docMk/>
            <pc:sldMk cId="3088069307" sldId="256"/>
            <ac:cxnSpMk id="464" creationId="{B9FF96B8-92C8-49AC-EB29-DFCA282F587E}"/>
          </ac:cxnSpMkLst>
        </pc:cxnChg>
        <pc:cxnChg chg="add mod">
          <ac:chgData name="Mohammad Hemmati" userId="5e4c8864-b60e-4c33-9ab5-79becc45a124" providerId="ADAL" clId="{0AA367D0-20A9-4589-BF11-3BD43FA0EB4A}" dt="2026-08-23T22:08:07.288" v="64"/>
          <ac:cxnSpMkLst>
            <pc:docMk/>
            <pc:sldMk cId="3088069307" sldId="256"/>
            <ac:cxnSpMk id="469" creationId="{44B8D588-73F2-D03C-35CC-D55021BABC36}"/>
          </ac:cxnSpMkLst>
        </pc:cxnChg>
        <pc:cxnChg chg="add mod">
          <ac:chgData name="Mohammad Hemmati" userId="5e4c8864-b60e-4c33-9ab5-79becc45a124" providerId="ADAL" clId="{0AA367D0-20A9-4589-BF11-3BD43FA0EB4A}" dt="2026-08-23T22:23:21.983" v="82" actId="164"/>
          <ac:cxnSpMkLst>
            <pc:docMk/>
            <pc:sldMk cId="3088069307" sldId="256"/>
            <ac:cxnSpMk id="472" creationId="{0BED0C5D-AF9E-EF6B-AB5A-7AC46F38E729}"/>
          </ac:cxnSpMkLst>
        </pc:cxnChg>
        <pc:cxnChg chg="add mod">
          <ac:chgData name="Mohammad Hemmati" userId="5e4c8864-b60e-4c33-9ab5-79becc45a124" providerId="ADAL" clId="{0AA367D0-20A9-4589-BF11-3BD43FA0EB4A}" dt="2026-08-23T22:09:29.884" v="66"/>
          <ac:cxnSpMkLst>
            <pc:docMk/>
            <pc:sldMk cId="3088069307" sldId="256"/>
            <ac:cxnSpMk id="477" creationId="{CA5C15F4-9662-3E23-06E3-B72B4FDE86A9}"/>
          </ac:cxnSpMkLst>
        </pc:cxnChg>
        <pc:cxnChg chg="add mod">
          <ac:chgData name="Mohammad Hemmati" userId="5e4c8864-b60e-4c33-9ab5-79becc45a124" providerId="ADAL" clId="{0AA367D0-20A9-4589-BF11-3BD43FA0EB4A}" dt="2026-08-23T22:10:09.003" v="67"/>
          <ac:cxnSpMkLst>
            <pc:docMk/>
            <pc:sldMk cId="3088069307" sldId="256"/>
            <ac:cxnSpMk id="480" creationId="{72C27678-BE01-FD63-8A54-6B84E3179160}"/>
          </ac:cxnSpMkLst>
        </pc:cxnChg>
        <pc:cxnChg chg="add mod">
          <ac:chgData name="Mohammad Hemmati" userId="5e4c8864-b60e-4c33-9ab5-79becc45a124" providerId="ADAL" clId="{0AA367D0-20A9-4589-BF11-3BD43FA0EB4A}" dt="2026-08-23T22:10:25.040" v="68"/>
          <ac:cxnSpMkLst>
            <pc:docMk/>
            <pc:sldMk cId="3088069307" sldId="256"/>
            <ac:cxnSpMk id="483" creationId="{4FD5B889-B5BB-AC04-4535-3771E5F90AFC}"/>
          </ac:cxnSpMkLst>
        </pc:cxnChg>
        <pc:cxnChg chg="add mod">
          <ac:chgData name="Mohammad Hemmati" userId="5e4c8864-b60e-4c33-9ab5-79becc45a124" providerId="ADAL" clId="{0AA367D0-20A9-4589-BF11-3BD43FA0EB4A}" dt="2026-08-23T22:10:47.933" v="69"/>
          <ac:cxnSpMkLst>
            <pc:docMk/>
            <pc:sldMk cId="3088069307" sldId="256"/>
            <ac:cxnSpMk id="485" creationId="{9B46E893-8F5D-2809-A022-F822494F223B}"/>
          </ac:cxnSpMkLst>
        </pc:cxnChg>
        <pc:cxnChg chg="add mod">
          <ac:chgData name="Mohammad Hemmati" userId="5e4c8864-b60e-4c33-9ab5-79becc45a124" providerId="ADAL" clId="{0AA367D0-20A9-4589-BF11-3BD43FA0EB4A}" dt="2026-08-23T22:12:24.961" v="70"/>
          <ac:cxnSpMkLst>
            <pc:docMk/>
            <pc:sldMk cId="3088069307" sldId="256"/>
            <ac:cxnSpMk id="489" creationId="{4767E90F-010E-3256-925D-3203C5FC1984}"/>
          </ac:cxnSpMkLst>
        </pc:cxnChg>
        <pc:cxnChg chg="add mod">
          <ac:chgData name="Mohammad Hemmati" userId="5e4c8864-b60e-4c33-9ab5-79becc45a124" providerId="ADAL" clId="{0AA367D0-20A9-4589-BF11-3BD43FA0EB4A}" dt="2026-08-23T22:12:40.276" v="71"/>
          <ac:cxnSpMkLst>
            <pc:docMk/>
            <pc:sldMk cId="3088069307" sldId="256"/>
            <ac:cxnSpMk id="491" creationId="{B5ABE7ED-59CD-8C16-3090-D3E302F16A2F}"/>
          </ac:cxnSpMkLst>
        </pc:cxnChg>
        <pc:cxnChg chg="add del mod">
          <ac:chgData name="Mohammad Hemmati" userId="5e4c8864-b60e-4c33-9ab5-79becc45a124" providerId="ADAL" clId="{0AA367D0-20A9-4589-BF11-3BD43FA0EB4A}" dt="2026-08-27T00:33:59.558" v="218" actId="478"/>
          <ac:cxnSpMkLst>
            <pc:docMk/>
            <pc:sldMk cId="3088069307" sldId="256"/>
            <ac:cxnSpMk id="493" creationId="{9E6BF75C-059D-56C5-0FCA-D7349402EB0D}"/>
          </ac:cxnSpMkLst>
        </pc:cxnChg>
        <pc:cxnChg chg="add mod">
          <ac:chgData name="Mohammad Hemmati" userId="5e4c8864-b60e-4c33-9ab5-79becc45a124" providerId="ADAL" clId="{0AA367D0-20A9-4589-BF11-3BD43FA0EB4A}" dt="2026-08-27T00:52:33.955" v="388" actId="1037"/>
          <ac:cxnSpMkLst>
            <pc:docMk/>
            <pc:sldMk cId="3088069307" sldId="256"/>
            <ac:cxnSpMk id="494" creationId="{5D940A30-B8B6-4BCA-BE0A-D10FE3D96CA8}"/>
          </ac:cxnSpMkLst>
        </pc:cxnChg>
        <pc:cxnChg chg="add mod">
          <ac:chgData name="Mohammad Hemmati" userId="5e4c8864-b60e-4c33-9ab5-79becc45a124" providerId="ADAL" clId="{0AA367D0-20A9-4589-BF11-3BD43FA0EB4A}" dt="2026-08-23T22:13:00.785" v="72"/>
          <ac:cxnSpMkLst>
            <pc:docMk/>
            <pc:sldMk cId="3088069307" sldId="256"/>
            <ac:cxnSpMk id="495" creationId="{C9BD7C9F-BA29-1A40-8EB5-266CC0BAF7E8}"/>
          </ac:cxnSpMkLst>
        </pc:cxnChg>
        <pc:cxnChg chg="add mod">
          <ac:chgData name="Mohammad Hemmati" userId="5e4c8864-b60e-4c33-9ab5-79becc45a124" providerId="ADAL" clId="{0AA367D0-20A9-4589-BF11-3BD43FA0EB4A}" dt="2026-08-27T00:58:20.733" v="506" actId="1037"/>
          <ac:cxnSpMkLst>
            <pc:docMk/>
            <pc:sldMk cId="3088069307" sldId="256"/>
            <ac:cxnSpMk id="496" creationId="{384BB511-2276-FB1E-681B-4CFAF3B201F4}"/>
          </ac:cxnSpMkLst>
        </pc:cxnChg>
        <pc:cxnChg chg="add mod">
          <ac:chgData name="Mohammad Hemmati" userId="5e4c8864-b60e-4c33-9ab5-79becc45a124" providerId="ADAL" clId="{0AA367D0-20A9-4589-BF11-3BD43FA0EB4A}" dt="2026-08-27T00:34:25.387" v="230"/>
          <ac:cxnSpMkLst>
            <pc:docMk/>
            <pc:sldMk cId="3088069307" sldId="256"/>
            <ac:cxnSpMk id="497" creationId="{E6A2A0C7-E3FF-B37C-499C-1D5D741D54B7}"/>
          </ac:cxnSpMkLst>
        </pc:cxnChg>
        <pc:cxnChg chg="add del mod">
          <ac:chgData name="Mohammad Hemmati" userId="5e4c8864-b60e-4c33-9ab5-79becc45a124" providerId="ADAL" clId="{0AA367D0-20A9-4589-BF11-3BD43FA0EB4A}" dt="2026-08-27T00:35:36.339" v="245" actId="478"/>
          <ac:cxnSpMkLst>
            <pc:docMk/>
            <pc:sldMk cId="3088069307" sldId="256"/>
            <ac:cxnSpMk id="498" creationId="{34D95C2A-1C1E-3C4D-6973-9CD15C78C5E9}"/>
          </ac:cxnSpMkLst>
        </pc:cxnChg>
        <pc:cxnChg chg="add mod">
          <ac:chgData name="Mohammad Hemmati" userId="5e4c8864-b60e-4c33-9ab5-79becc45a124" providerId="ADAL" clId="{0AA367D0-20A9-4589-BF11-3BD43FA0EB4A}" dt="2026-08-27T00:58:20.733" v="506" actId="1037"/>
          <ac:cxnSpMkLst>
            <pc:docMk/>
            <pc:sldMk cId="3088069307" sldId="256"/>
            <ac:cxnSpMk id="499" creationId="{C10CC14B-CF89-E167-7298-409EEC4D39C7}"/>
          </ac:cxnSpMkLst>
        </pc:cxnChg>
        <pc:cxnChg chg="add mod">
          <ac:chgData name="Mohammad Hemmati" userId="5e4c8864-b60e-4c33-9ab5-79becc45a124" providerId="ADAL" clId="{0AA367D0-20A9-4589-BF11-3BD43FA0EB4A}" dt="2026-08-23T22:14:35.398" v="73"/>
          <ac:cxnSpMkLst>
            <pc:docMk/>
            <pc:sldMk cId="3088069307" sldId="256"/>
            <ac:cxnSpMk id="502" creationId="{B31241A4-36C2-4B7D-1C77-FFF9E25BF145}"/>
          </ac:cxnSpMkLst>
        </pc:cxnChg>
        <pc:cxnChg chg="add mod">
          <ac:chgData name="Mohammad Hemmati" userId="5e4c8864-b60e-4c33-9ab5-79becc45a124" providerId="ADAL" clId="{0AA367D0-20A9-4589-BF11-3BD43FA0EB4A}" dt="2026-08-23T22:15:05.568" v="74"/>
          <ac:cxnSpMkLst>
            <pc:docMk/>
            <pc:sldMk cId="3088069307" sldId="256"/>
            <ac:cxnSpMk id="507" creationId="{165E6857-AEA3-C072-A083-20B3D9AD8FC1}"/>
          </ac:cxnSpMkLst>
        </pc:cxnChg>
        <pc:cxnChg chg="add mod">
          <ac:chgData name="Mohammad Hemmati" userId="5e4c8864-b60e-4c33-9ab5-79becc45a124" providerId="ADAL" clId="{0AA367D0-20A9-4589-BF11-3BD43FA0EB4A}" dt="2026-08-23T22:15:15.272" v="75"/>
          <ac:cxnSpMkLst>
            <pc:docMk/>
            <pc:sldMk cId="3088069307" sldId="256"/>
            <ac:cxnSpMk id="510" creationId="{46961030-F430-DFA4-DA7D-66730D044536}"/>
          </ac:cxnSpMkLst>
        </pc:cxnChg>
        <pc:cxnChg chg="add mod">
          <ac:chgData name="Mohammad Hemmati" userId="5e4c8864-b60e-4c33-9ab5-79becc45a124" providerId="ADAL" clId="{0AA367D0-20A9-4589-BF11-3BD43FA0EB4A}" dt="2026-08-23T22:17:18.203" v="76"/>
          <ac:cxnSpMkLst>
            <pc:docMk/>
            <pc:sldMk cId="3088069307" sldId="256"/>
            <ac:cxnSpMk id="513" creationId="{96627FAD-8FD7-21ED-99C8-2544F9084B6E}"/>
          </ac:cxnSpMkLst>
        </pc:cxnChg>
        <pc:cxnChg chg="add mod">
          <ac:chgData name="Mohammad Hemmati" userId="5e4c8864-b60e-4c33-9ab5-79becc45a124" providerId="ADAL" clId="{0AA367D0-20A9-4589-BF11-3BD43FA0EB4A}" dt="2026-08-23T22:17:36.486" v="77"/>
          <ac:cxnSpMkLst>
            <pc:docMk/>
            <pc:sldMk cId="3088069307" sldId="256"/>
            <ac:cxnSpMk id="517" creationId="{60BD4B9E-4B2C-2CD2-1F87-BB187185CFD5}"/>
          </ac:cxnSpMkLst>
        </pc:cxnChg>
        <pc:cxnChg chg="add mod">
          <ac:chgData name="Mohammad Hemmati" userId="5e4c8864-b60e-4c33-9ab5-79becc45a124" providerId="ADAL" clId="{0AA367D0-20A9-4589-BF11-3BD43FA0EB4A}" dt="2026-08-23T22:18:43.617" v="78"/>
          <ac:cxnSpMkLst>
            <pc:docMk/>
            <pc:sldMk cId="3088069307" sldId="256"/>
            <ac:cxnSpMk id="519" creationId="{0F1D6862-EF6F-44C9-FFD9-68232AA3129B}"/>
          </ac:cxnSpMkLst>
        </pc:cxnChg>
        <pc:cxnChg chg="add mod">
          <ac:chgData name="Mohammad Hemmati" userId="5e4c8864-b60e-4c33-9ab5-79becc45a124" providerId="ADAL" clId="{0AA367D0-20A9-4589-BF11-3BD43FA0EB4A}" dt="2026-08-23T22:19:20.224" v="79"/>
          <ac:cxnSpMkLst>
            <pc:docMk/>
            <pc:sldMk cId="3088069307" sldId="256"/>
            <ac:cxnSpMk id="522" creationId="{151C73CD-5C92-3D62-730A-930501D56A57}"/>
          </ac:cxnSpMkLst>
        </pc:cxnChg>
        <pc:cxnChg chg="add mod">
          <ac:chgData name="Mohammad Hemmati" userId="5e4c8864-b60e-4c33-9ab5-79becc45a124" providerId="ADAL" clId="{0AA367D0-20A9-4589-BF11-3BD43FA0EB4A}" dt="2026-08-23T22:23:21.983" v="82" actId="164"/>
          <ac:cxnSpMkLst>
            <pc:docMk/>
            <pc:sldMk cId="3088069307" sldId="256"/>
            <ac:cxnSpMk id="524" creationId="{4CB25539-417F-C2F1-4122-A4463EA4AECD}"/>
          </ac:cxnSpMkLst>
        </pc:cxnChg>
        <pc:cxnChg chg="add mod">
          <ac:chgData name="Mohammad Hemmati" userId="5e4c8864-b60e-4c33-9ab5-79becc45a124" providerId="ADAL" clId="{0AA367D0-20A9-4589-BF11-3BD43FA0EB4A}" dt="2026-08-23T22:20:18.278" v="81"/>
          <ac:cxnSpMkLst>
            <pc:docMk/>
            <pc:sldMk cId="3088069307" sldId="256"/>
            <ac:cxnSpMk id="527" creationId="{B143C857-EABA-3BB3-3E89-F22A2EA1262A}"/>
          </ac:cxnSpMkLst>
        </pc:cxnChg>
        <pc:cxnChg chg="add mod">
          <ac:chgData name="Mohammad Hemmati" userId="5e4c8864-b60e-4c33-9ab5-79becc45a124" providerId="ADAL" clId="{0AA367D0-20A9-4589-BF11-3BD43FA0EB4A}" dt="2026-08-23T22:33:38.189" v="84"/>
          <ac:cxnSpMkLst>
            <pc:docMk/>
            <pc:sldMk cId="3088069307" sldId="256"/>
            <ac:cxnSpMk id="554" creationId="{4EFD1CFB-888A-81A6-5F34-810CB6C406B4}"/>
          </ac:cxnSpMkLst>
        </pc:cxnChg>
        <pc:cxnChg chg="add mod">
          <ac:chgData name="Mohammad Hemmati" userId="5e4c8864-b60e-4c33-9ab5-79becc45a124" providerId="ADAL" clId="{0AA367D0-20A9-4589-BF11-3BD43FA0EB4A}" dt="2026-08-23T22:34:57.840" v="85"/>
          <ac:cxnSpMkLst>
            <pc:docMk/>
            <pc:sldMk cId="3088069307" sldId="256"/>
            <ac:cxnSpMk id="556" creationId="{DCEABAC3-6B40-34FF-FD2A-E860CD1E48F1}"/>
          </ac:cxnSpMkLst>
        </pc:cxnChg>
        <pc:cxnChg chg="add mod">
          <ac:chgData name="Mohammad Hemmati" userId="5e4c8864-b60e-4c33-9ab5-79becc45a124" providerId="ADAL" clId="{0AA367D0-20A9-4589-BF11-3BD43FA0EB4A}" dt="2026-08-23T22:35:39.004" v="86"/>
          <ac:cxnSpMkLst>
            <pc:docMk/>
            <pc:sldMk cId="3088069307" sldId="256"/>
            <ac:cxnSpMk id="561" creationId="{42BF44B9-8124-0B94-4C0A-A3DBD567DDD8}"/>
          </ac:cxnSpMkLst>
        </pc:cxnChg>
        <pc:cxnChg chg="add del mod">
          <ac:chgData name="Mohammad Hemmati" userId="5e4c8864-b60e-4c33-9ab5-79becc45a124" providerId="ADAL" clId="{0AA367D0-20A9-4589-BF11-3BD43FA0EB4A}" dt="2026-08-27T00:33:51.670" v="215" actId="21"/>
          <ac:cxnSpMkLst>
            <pc:docMk/>
            <pc:sldMk cId="3088069307" sldId="256"/>
            <ac:cxnSpMk id="565" creationId="{92FE3490-5AA9-411C-CA2C-18E2C513AF55}"/>
          </ac:cxnSpMkLst>
        </pc:cxnChg>
        <pc:cxnChg chg="add mod">
          <ac:chgData name="Mohammad Hemmati" userId="5e4c8864-b60e-4c33-9ab5-79becc45a124" providerId="ADAL" clId="{0AA367D0-20A9-4589-BF11-3BD43FA0EB4A}" dt="2026-08-23T22:38:09.187" v="88"/>
          <ac:cxnSpMkLst>
            <pc:docMk/>
            <pc:sldMk cId="3088069307" sldId="256"/>
            <ac:cxnSpMk id="568" creationId="{440E0FC3-C8FB-C8CE-16E5-FC77B0F82703}"/>
          </ac:cxnSpMkLst>
        </pc:cxnChg>
        <pc:cxnChg chg="add mod">
          <ac:chgData name="Mohammad Hemmati" userId="5e4c8864-b60e-4c33-9ab5-79becc45a124" providerId="ADAL" clId="{0AA367D0-20A9-4589-BF11-3BD43FA0EB4A}" dt="2026-08-23T22:38:49.491" v="89"/>
          <ac:cxnSpMkLst>
            <pc:docMk/>
            <pc:sldMk cId="3088069307" sldId="256"/>
            <ac:cxnSpMk id="571" creationId="{84FAFEDE-3E70-569A-2FD0-7F1025056350}"/>
          </ac:cxnSpMkLst>
        </pc:cxnChg>
        <pc:cxnChg chg="add mod">
          <ac:chgData name="Mohammad Hemmati" userId="5e4c8864-b60e-4c33-9ab5-79becc45a124" providerId="ADAL" clId="{0AA367D0-20A9-4589-BF11-3BD43FA0EB4A}" dt="2026-08-23T22:39:55.330" v="90"/>
          <ac:cxnSpMkLst>
            <pc:docMk/>
            <pc:sldMk cId="3088069307" sldId="256"/>
            <ac:cxnSpMk id="573" creationId="{9C8A4DD6-F7CA-E7D4-13F2-437990C29376}"/>
          </ac:cxnSpMkLst>
        </pc:cxnChg>
        <pc:cxnChg chg="add mod">
          <ac:chgData name="Mohammad Hemmati" userId="5e4c8864-b60e-4c33-9ab5-79becc45a124" providerId="ADAL" clId="{0AA367D0-20A9-4589-BF11-3BD43FA0EB4A}" dt="2026-08-23T22:40:19.600" v="91"/>
          <ac:cxnSpMkLst>
            <pc:docMk/>
            <pc:sldMk cId="3088069307" sldId="256"/>
            <ac:cxnSpMk id="575" creationId="{39FA3F77-D11A-2274-F5EA-D8D3B5C9BFB0}"/>
          </ac:cxnSpMkLst>
        </pc:cxnChg>
        <pc:cxnChg chg="add mod">
          <ac:chgData name="Mohammad Hemmati" userId="5e4c8864-b60e-4c33-9ab5-79becc45a124" providerId="ADAL" clId="{0AA367D0-20A9-4589-BF11-3BD43FA0EB4A}" dt="2026-08-23T22:41:14.513" v="92"/>
          <ac:cxnSpMkLst>
            <pc:docMk/>
            <pc:sldMk cId="3088069307" sldId="256"/>
            <ac:cxnSpMk id="580" creationId="{835DFC6F-1A5B-A892-CA47-CFCAC2B13EF2}"/>
          </ac:cxnSpMkLst>
        </pc:cxnChg>
        <pc:cxnChg chg="add mod">
          <ac:chgData name="Mohammad Hemmati" userId="5e4c8864-b60e-4c33-9ab5-79becc45a124" providerId="ADAL" clId="{0AA367D0-20A9-4589-BF11-3BD43FA0EB4A}" dt="2026-08-23T22:41:42.617" v="93"/>
          <ac:cxnSpMkLst>
            <pc:docMk/>
            <pc:sldMk cId="3088069307" sldId="256"/>
            <ac:cxnSpMk id="584" creationId="{022196E3-91C3-02E5-8D60-37EB974086AD}"/>
          </ac:cxnSpMkLst>
        </pc:cxnChg>
        <pc:cxnChg chg="add mod">
          <ac:chgData name="Mohammad Hemmati" userId="5e4c8864-b60e-4c33-9ab5-79becc45a124" providerId="ADAL" clId="{0AA367D0-20A9-4589-BF11-3BD43FA0EB4A}" dt="2026-08-23T22:42:08.879" v="94"/>
          <ac:cxnSpMkLst>
            <pc:docMk/>
            <pc:sldMk cId="3088069307" sldId="256"/>
            <ac:cxnSpMk id="587" creationId="{3CAAB31F-2798-868E-C99C-F803560C1D26}"/>
          </ac:cxnSpMkLst>
        </pc:cxnChg>
        <pc:cxnChg chg="add mod">
          <ac:chgData name="Mohammad Hemmati" userId="5e4c8864-b60e-4c33-9ab5-79becc45a124" providerId="ADAL" clId="{0AA367D0-20A9-4589-BF11-3BD43FA0EB4A}" dt="2026-08-23T22:43:07.611" v="95"/>
          <ac:cxnSpMkLst>
            <pc:docMk/>
            <pc:sldMk cId="3088069307" sldId="256"/>
            <ac:cxnSpMk id="590" creationId="{06FFB501-4357-10C3-10B2-894B0DAEE700}"/>
          </ac:cxnSpMkLst>
        </pc:cxnChg>
        <pc:cxnChg chg="add mod">
          <ac:chgData name="Mohammad Hemmati" userId="5e4c8864-b60e-4c33-9ab5-79becc45a124" providerId="ADAL" clId="{0AA367D0-20A9-4589-BF11-3BD43FA0EB4A}" dt="2026-08-23T22:43:16.211" v="96"/>
          <ac:cxnSpMkLst>
            <pc:docMk/>
            <pc:sldMk cId="3088069307" sldId="256"/>
            <ac:cxnSpMk id="592" creationId="{42D5C3DC-D6B2-46CD-168A-5BAA6FD4018C}"/>
          </ac:cxnSpMkLst>
        </pc:cxnChg>
        <pc:cxnChg chg="add mod">
          <ac:chgData name="Mohammad Hemmati" userId="5e4c8864-b60e-4c33-9ab5-79becc45a124" providerId="ADAL" clId="{0AA367D0-20A9-4589-BF11-3BD43FA0EB4A}" dt="2026-08-23T22:43:53.920" v="97"/>
          <ac:cxnSpMkLst>
            <pc:docMk/>
            <pc:sldMk cId="3088069307" sldId="256"/>
            <ac:cxnSpMk id="596" creationId="{A0EEA63A-96E4-975C-C0AD-DAC73DDD77DD}"/>
          </ac:cxnSpMkLst>
        </pc:cxnChg>
        <pc:cxnChg chg="add mod">
          <ac:chgData name="Mohammad Hemmati" userId="5e4c8864-b60e-4c33-9ab5-79becc45a124" providerId="ADAL" clId="{0AA367D0-20A9-4589-BF11-3BD43FA0EB4A}" dt="2026-08-23T22:44:47.751" v="98"/>
          <ac:cxnSpMkLst>
            <pc:docMk/>
            <pc:sldMk cId="3088069307" sldId="256"/>
            <ac:cxnSpMk id="600" creationId="{B9169C9C-B248-DE94-0D89-471E648531B3}"/>
          </ac:cxnSpMkLst>
        </pc:cxnChg>
        <pc:cxnChg chg="add mod">
          <ac:chgData name="Mohammad Hemmati" userId="5e4c8864-b60e-4c33-9ab5-79becc45a124" providerId="ADAL" clId="{0AA367D0-20A9-4589-BF11-3BD43FA0EB4A}" dt="2026-08-23T22:45:41.281" v="99"/>
          <ac:cxnSpMkLst>
            <pc:docMk/>
            <pc:sldMk cId="3088069307" sldId="256"/>
            <ac:cxnSpMk id="606" creationId="{651F79B4-67C9-D6CC-C976-4B7851AEA423}"/>
          </ac:cxnSpMkLst>
        </pc:cxnChg>
        <pc:cxnChg chg="add mod">
          <ac:chgData name="Mohammad Hemmati" userId="5e4c8864-b60e-4c33-9ab5-79becc45a124" providerId="ADAL" clId="{0AA367D0-20A9-4589-BF11-3BD43FA0EB4A}" dt="2026-08-23T22:47:13.807" v="100"/>
          <ac:cxnSpMkLst>
            <pc:docMk/>
            <pc:sldMk cId="3088069307" sldId="256"/>
            <ac:cxnSpMk id="612" creationId="{8DC3E111-3C96-0841-7301-9A9364ED7FC5}"/>
          </ac:cxnSpMkLst>
        </pc:cxnChg>
        <pc:cxnChg chg="add mod">
          <ac:chgData name="Mohammad Hemmati" userId="5e4c8864-b60e-4c33-9ab5-79becc45a124" providerId="ADAL" clId="{0AA367D0-20A9-4589-BF11-3BD43FA0EB4A}" dt="2026-08-23T22:48:06.469" v="101"/>
          <ac:cxnSpMkLst>
            <pc:docMk/>
            <pc:sldMk cId="3088069307" sldId="256"/>
            <ac:cxnSpMk id="615" creationId="{7CA91E1E-ED71-43AE-4439-9B8193F6CFC1}"/>
          </ac:cxnSpMkLst>
        </pc:cxnChg>
        <pc:cxnChg chg="add mod">
          <ac:chgData name="Mohammad Hemmati" userId="5e4c8864-b60e-4c33-9ab5-79becc45a124" providerId="ADAL" clId="{0AA367D0-20A9-4589-BF11-3BD43FA0EB4A}" dt="2026-08-23T22:48:35.114" v="102"/>
          <ac:cxnSpMkLst>
            <pc:docMk/>
            <pc:sldMk cId="3088069307" sldId="256"/>
            <ac:cxnSpMk id="619" creationId="{44756C84-3937-E00B-0C3E-4FDD6BC8FBF3}"/>
          </ac:cxnSpMkLst>
        </pc:cxnChg>
        <pc:cxnChg chg="add mod">
          <ac:chgData name="Mohammad Hemmati" userId="5e4c8864-b60e-4c33-9ab5-79becc45a124" providerId="ADAL" clId="{0AA367D0-20A9-4589-BF11-3BD43FA0EB4A}" dt="2026-08-23T22:48:58.234" v="103"/>
          <ac:cxnSpMkLst>
            <pc:docMk/>
            <pc:sldMk cId="3088069307" sldId="256"/>
            <ac:cxnSpMk id="621" creationId="{C0A1EE18-5A29-7CE0-155E-E4B74AA7CF2A}"/>
          </ac:cxnSpMkLst>
        </pc:cxnChg>
        <pc:cxnChg chg="add mod">
          <ac:chgData name="Mohammad Hemmati" userId="5e4c8864-b60e-4c33-9ab5-79becc45a124" providerId="ADAL" clId="{0AA367D0-20A9-4589-BF11-3BD43FA0EB4A}" dt="2026-08-23T22:50:15.536" v="104"/>
          <ac:cxnSpMkLst>
            <pc:docMk/>
            <pc:sldMk cId="3088069307" sldId="256"/>
            <ac:cxnSpMk id="624" creationId="{DF6CFEC1-0E57-3FC6-2067-2CC5DF2468DB}"/>
          </ac:cxnSpMkLst>
        </pc:cxnChg>
        <pc:cxnChg chg="add mod">
          <ac:chgData name="Mohammad Hemmati" userId="5e4c8864-b60e-4c33-9ab5-79becc45a124" providerId="ADAL" clId="{0AA367D0-20A9-4589-BF11-3BD43FA0EB4A}" dt="2026-08-23T22:50:50.021" v="105"/>
          <ac:cxnSpMkLst>
            <pc:docMk/>
            <pc:sldMk cId="3088069307" sldId="256"/>
            <ac:cxnSpMk id="628" creationId="{CE983400-FC50-B80C-9A51-E6EAF7AD4885}"/>
          </ac:cxnSpMkLst>
        </pc:cxnChg>
        <pc:cxnChg chg="add mod">
          <ac:chgData name="Mohammad Hemmati" userId="5e4c8864-b60e-4c33-9ab5-79becc45a124" providerId="ADAL" clId="{0AA367D0-20A9-4589-BF11-3BD43FA0EB4A}" dt="2026-08-23T22:52:31.866" v="106"/>
          <ac:cxnSpMkLst>
            <pc:docMk/>
            <pc:sldMk cId="3088069307" sldId="256"/>
            <ac:cxnSpMk id="633" creationId="{4141F8AF-E620-4240-CDAC-E2C4E06B9F25}"/>
          </ac:cxnSpMkLst>
        </pc:cxnChg>
        <pc:cxnChg chg="add mod">
          <ac:chgData name="Mohammad Hemmati" userId="5e4c8864-b60e-4c33-9ab5-79becc45a124" providerId="ADAL" clId="{0AA367D0-20A9-4589-BF11-3BD43FA0EB4A}" dt="2026-08-23T22:53:14.502" v="107"/>
          <ac:cxnSpMkLst>
            <pc:docMk/>
            <pc:sldMk cId="3088069307" sldId="256"/>
            <ac:cxnSpMk id="636" creationId="{B53BE569-C4CF-CB35-799E-2A273969D6F8}"/>
          </ac:cxnSpMkLst>
        </pc:cxnChg>
        <pc:cxnChg chg="add mod">
          <ac:chgData name="Mohammad Hemmati" userId="5e4c8864-b60e-4c33-9ab5-79becc45a124" providerId="ADAL" clId="{0AA367D0-20A9-4589-BF11-3BD43FA0EB4A}" dt="2026-08-23T22:54:17.687" v="108"/>
          <ac:cxnSpMkLst>
            <pc:docMk/>
            <pc:sldMk cId="3088069307" sldId="256"/>
            <ac:cxnSpMk id="638" creationId="{45564CD4-4B8C-BE82-0890-BA60577D1716}"/>
          </ac:cxnSpMkLst>
        </pc:cxnChg>
        <pc:cxnChg chg="add mod">
          <ac:chgData name="Mohammad Hemmati" userId="5e4c8864-b60e-4c33-9ab5-79becc45a124" providerId="ADAL" clId="{0AA367D0-20A9-4589-BF11-3BD43FA0EB4A}" dt="2026-08-23T22:54:32.143" v="109"/>
          <ac:cxnSpMkLst>
            <pc:docMk/>
            <pc:sldMk cId="3088069307" sldId="256"/>
            <ac:cxnSpMk id="640" creationId="{5DCE1C62-C177-B8AE-C38F-AB94C55BB24C}"/>
          </ac:cxnSpMkLst>
        </pc:cxnChg>
        <pc:cxnChg chg="add mod">
          <ac:chgData name="Mohammad Hemmati" userId="5e4c8864-b60e-4c33-9ab5-79becc45a124" providerId="ADAL" clId="{0AA367D0-20A9-4589-BF11-3BD43FA0EB4A}" dt="2026-08-23T22:54:46.076" v="110"/>
          <ac:cxnSpMkLst>
            <pc:docMk/>
            <pc:sldMk cId="3088069307" sldId="256"/>
            <ac:cxnSpMk id="642" creationId="{C0DE02D3-AA55-F5EB-61DA-3A3FC0082978}"/>
          </ac:cxnSpMkLst>
        </pc:cxnChg>
        <pc:cxnChg chg="add mod">
          <ac:chgData name="Mohammad Hemmati" userId="5e4c8864-b60e-4c33-9ab5-79becc45a124" providerId="ADAL" clId="{0AA367D0-20A9-4589-BF11-3BD43FA0EB4A}" dt="2026-08-23T22:56:03.226" v="111"/>
          <ac:cxnSpMkLst>
            <pc:docMk/>
            <pc:sldMk cId="3088069307" sldId="256"/>
            <ac:cxnSpMk id="645" creationId="{8219C580-C68D-FE8D-64F1-F6054483D629}"/>
          </ac:cxnSpMkLst>
        </pc:cxnChg>
        <pc:cxnChg chg="add mod">
          <ac:chgData name="Mohammad Hemmati" userId="5e4c8864-b60e-4c33-9ab5-79becc45a124" providerId="ADAL" clId="{0AA367D0-20A9-4589-BF11-3BD43FA0EB4A}" dt="2026-08-23T22:56:20.110" v="112"/>
          <ac:cxnSpMkLst>
            <pc:docMk/>
            <pc:sldMk cId="3088069307" sldId="256"/>
            <ac:cxnSpMk id="648" creationId="{5C7525C6-DC22-B2A5-4D4D-1103EC3D4279}"/>
          </ac:cxnSpMkLst>
        </pc:cxnChg>
        <pc:cxnChg chg="add mod">
          <ac:chgData name="Mohammad Hemmati" userId="5e4c8864-b60e-4c33-9ab5-79becc45a124" providerId="ADAL" clId="{0AA367D0-20A9-4589-BF11-3BD43FA0EB4A}" dt="2026-08-23T22:56:41.435" v="113"/>
          <ac:cxnSpMkLst>
            <pc:docMk/>
            <pc:sldMk cId="3088069307" sldId="256"/>
            <ac:cxnSpMk id="652" creationId="{DF12C5FF-CE4F-D1C2-7B7E-85FCBB68A723}"/>
          </ac:cxnSpMkLst>
        </pc:cxnChg>
        <pc:cxnChg chg="add mod">
          <ac:chgData name="Mohammad Hemmati" userId="5e4c8864-b60e-4c33-9ab5-79becc45a124" providerId="ADAL" clId="{0AA367D0-20A9-4589-BF11-3BD43FA0EB4A}" dt="2026-08-23T22:57:54.502" v="114"/>
          <ac:cxnSpMkLst>
            <pc:docMk/>
            <pc:sldMk cId="3088069307" sldId="256"/>
            <ac:cxnSpMk id="660" creationId="{2D5D53FE-1B04-5256-5CED-0FE09616307D}"/>
          </ac:cxnSpMkLst>
        </pc:cxnChg>
        <pc:cxnChg chg="add mod">
          <ac:chgData name="Mohammad Hemmati" userId="5e4c8864-b60e-4c33-9ab5-79becc45a124" providerId="ADAL" clId="{0AA367D0-20A9-4589-BF11-3BD43FA0EB4A}" dt="2026-08-23T22:58:20.545" v="115"/>
          <ac:cxnSpMkLst>
            <pc:docMk/>
            <pc:sldMk cId="3088069307" sldId="256"/>
            <ac:cxnSpMk id="664" creationId="{3967A88A-2A69-52F3-E708-7BAD6E700DCC}"/>
          </ac:cxnSpMkLst>
        </pc:cxnChg>
        <pc:cxnChg chg="add mod">
          <ac:chgData name="Mohammad Hemmati" userId="5e4c8864-b60e-4c33-9ab5-79becc45a124" providerId="ADAL" clId="{0AA367D0-20A9-4589-BF11-3BD43FA0EB4A}" dt="2026-08-23T22:59:59.563" v="116"/>
          <ac:cxnSpMkLst>
            <pc:docMk/>
            <pc:sldMk cId="3088069307" sldId="256"/>
            <ac:cxnSpMk id="667" creationId="{BF401CF2-9B45-5701-C0CF-03EAC78C6ABD}"/>
          </ac:cxnSpMkLst>
        </pc:cxnChg>
        <pc:cxnChg chg="add mod">
          <ac:chgData name="Mohammad Hemmati" userId="5e4c8864-b60e-4c33-9ab5-79becc45a124" providerId="ADAL" clId="{0AA367D0-20A9-4589-BF11-3BD43FA0EB4A}" dt="2026-08-23T23:00:06.735" v="117"/>
          <ac:cxnSpMkLst>
            <pc:docMk/>
            <pc:sldMk cId="3088069307" sldId="256"/>
            <ac:cxnSpMk id="669" creationId="{40FD8390-1423-10AF-ACBC-A15799B83307}"/>
          </ac:cxnSpMkLst>
        </pc:cxnChg>
        <pc:cxnChg chg="add mod">
          <ac:chgData name="Mohammad Hemmati" userId="5e4c8864-b60e-4c33-9ab5-79becc45a124" providerId="ADAL" clId="{0AA367D0-20A9-4589-BF11-3BD43FA0EB4A}" dt="2026-08-23T23:01:03.215" v="118"/>
          <ac:cxnSpMkLst>
            <pc:docMk/>
            <pc:sldMk cId="3088069307" sldId="256"/>
            <ac:cxnSpMk id="673" creationId="{B466C809-4AA5-50A3-6957-3B1797E7257E}"/>
          </ac:cxnSpMkLst>
        </pc:cxnChg>
        <pc:cxnChg chg="add mod">
          <ac:chgData name="Mohammad Hemmati" userId="5e4c8864-b60e-4c33-9ab5-79becc45a124" providerId="ADAL" clId="{0AA367D0-20A9-4589-BF11-3BD43FA0EB4A}" dt="2026-08-23T23:01:57.387" v="119"/>
          <ac:cxnSpMkLst>
            <pc:docMk/>
            <pc:sldMk cId="3088069307" sldId="256"/>
            <ac:cxnSpMk id="676" creationId="{5E0A9C49-F3A1-C57C-A85F-1ED38EE5B7B4}"/>
          </ac:cxnSpMkLst>
        </pc:cxnChg>
        <pc:cxnChg chg="add mod">
          <ac:chgData name="Mohammad Hemmati" userId="5e4c8864-b60e-4c33-9ab5-79becc45a124" providerId="ADAL" clId="{0AA367D0-20A9-4589-BF11-3BD43FA0EB4A}" dt="2026-08-23T23:02:07.411" v="120"/>
          <ac:cxnSpMkLst>
            <pc:docMk/>
            <pc:sldMk cId="3088069307" sldId="256"/>
            <ac:cxnSpMk id="679" creationId="{3743F722-05D8-5954-AF9A-87EAAD78E120}"/>
          </ac:cxnSpMkLst>
        </pc:cxnChg>
        <pc:cxnChg chg="add mod">
          <ac:chgData name="Mohammad Hemmati" userId="5e4c8864-b60e-4c33-9ab5-79becc45a124" providerId="ADAL" clId="{0AA367D0-20A9-4589-BF11-3BD43FA0EB4A}" dt="2026-08-23T23:03:54.349" v="121"/>
          <ac:cxnSpMkLst>
            <pc:docMk/>
            <pc:sldMk cId="3088069307" sldId="256"/>
            <ac:cxnSpMk id="682" creationId="{7B945A51-E45F-D0E5-9EB2-8563DDB88CC3}"/>
          </ac:cxnSpMkLst>
        </pc:cxnChg>
        <pc:cxnChg chg="add mod">
          <ac:chgData name="Mohammad Hemmati" userId="5e4c8864-b60e-4c33-9ab5-79becc45a124" providerId="ADAL" clId="{0AA367D0-20A9-4589-BF11-3BD43FA0EB4A}" dt="2026-08-23T23:05:55.546" v="122"/>
          <ac:cxnSpMkLst>
            <pc:docMk/>
            <pc:sldMk cId="3088069307" sldId="256"/>
            <ac:cxnSpMk id="690" creationId="{A5BE81A6-AD88-C642-382C-6A5A8AD6F3B5}"/>
          </ac:cxnSpMkLst>
        </pc:cxnChg>
        <pc:cxnChg chg="add mod">
          <ac:chgData name="Mohammad Hemmati" userId="5e4c8864-b60e-4c33-9ab5-79becc45a124" providerId="ADAL" clId="{0AA367D0-20A9-4589-BF11-3BD43FA0EB4A}" dt="2026-08-23T23:06:06.994" v="123"/>
          <ac:cxnSpMkLst>
            <pc:docMk/>
            <pc:sldMk cId="3088069307" sldId="256"/>
            <ac:cxnSpMk id="693" creationId="{4D1F46EA-8DB8-BB62-5044-3696BCDC8DCE}"/>
          </ac:cxnSpMkLst>
        </pc:cxnChg>
        <pc:cxnChg chg="add mod">
          <ac:chgData name="Mohammad Hemmati" userId="5e4c8864-b60e-4c33-9ab5-79becc45a124" providerId="ADAL" clId="{0AA367D0-20A9-4589-BF11-3BD43FA0EB4A}" dt="2026-08-23T23:06:32.757" v="124"/>
          <ac:cxnSpMkLst>
            <pc:docMk/>
            <pc:sldMk cId="3088069307" sldId="256"/>
            <ac:cxnSpMk id="695" creationId="{E876D7D2-3616-B958-1006-5774282D9E22}"/>
          </ac:cxnSpMkLst>
        </pc:cxnChg>
        <pc:cxnChg chg="add mod">
          <ac:chgData name="Mohammad Hemmati" userId="5e4c8864-b60e-4c33-9ab5-79becc45a124" providerId="ADAL" clId="{0AA367D0-20A9-4589-BF11-3BD43FA0EB4A}" dt="2026-08-23T23:07:19.886" v="125"/>
          <ac:cxnSpMkLst>
            <pc:docMk/>
            <pc:sldMk cId="3088069307" sldId="256"/>
            <ac:cxnSpMk id="698" creationId="{FF2259BA-B020-C465-C343-6A09FE53243F}"/>
          </ac:cxnSpMkLst>
        </pc:cxnChg>
        <pc:cxnChg chg="add mod">
          <ac:chgData name="Mohammad Hemmati" userId="5e4c8864-b60e-4c33-9ab5-79becc45a124" providerId="ADAL" clId="{0AA367D0-20A9-4589-BF11-3BD43FA0EB4A}" dt="2026-08-23T23:07:31.120" v="126"/>
          <ac:cxnSpMkLst>
            <pc:docMk/>
            <pc:sldMk cId="3088069307" sldId="256"/>
            <ac:cxnSpMk id="700" creationId="{8624CB77-BAC5-03C9-B333-06B02F3753DB}"/>
          </ac:cxnSpMkLst>
        </pc:cxnChg>
        <pc:cxnChg chg="add mod">
          <ac:chgData name="Mohammad Hemmati" userId="5e4c8864-b60e-4c33-9ab5-79becc45a124" providerId="ADAL" clId="{0AA367D0-20A9-4589-BF11-3BD43FA0EB4A}" dt="2026-08-23T23:07:41.995" v="127"/>
          <ac:cxnSpMkLst>
            <pc:docMk/>
            <pc:sldMk cId="3088069307" sldId="256"/>
            <ac:cxnSpMk id="702" creationId="{30ADD324-2DEB-DF41-3225-2F957407C220}"/>
          </ac:cxnSpMkLst>
        </pc:cxnChg>
        <pc:cxnChg chg="add mod">
          <ac:chgData name="Mohammad Hemmati" userId="5e4c8864-b60e-4c33-9ab5-79becc45a124" providerId="ADAL" clId="{0AA367D0-20A9-4589-BF11-3BD43FA0EB4A}" dt="2026-08-23T23:11:50.420" v="128"/>
          <ac:cxnSpMkLst>
            <pc:docMk/>
            <pc:sldMk cId="3088069307" sldId="256"/>
            <ac:cxnSpMk id="705" creationId="{181687A3-AEE9-A0F7-55F8-112EEAA58C8A}"/>
          </ac:cxnSpMkLst>
        </pc:cxnChg>
        <pc:cxnChg chg="add mod">
          <ac:chgData name="Mohammad Hemmati" userId="5e4c8864-b60e-4c33-9ab5-79becc45a124" providerId="ADAL" clId="{0AA367D0-20A9-4589-BF11-3BD43FA0EB4A}" dt="2026-08-23T23:12:14.092" v="129"/>
          <ac:cxnSpMkLst>
            <pc:docMk/>
            <pc:sldMk cId="3088069307" sldId="256"/>
            <ac:cxnSpMk id="708" creationId="{8E78E2C8-F480-F572-7AD8-3E7D04C110C8}"/>
          </ac:cxnSpMkLst>
        </pc:cxnChg>
        <pc:cxnChg chg="add mod">
          <ac:chgData name="Mohammad Hemmati" userId="5e4c8864-b60e-4c33-9ab5-79becc45a124" providerId="ADAL" clId="{0AA367D0-20A9-4589-BF11-3BD43FA0EB4A}" dt="2026-08-23T23:12:58.655" v="130"/>
          <ac:cxnSpMkLst>
            <pc:docMk/>
            <pc:sldMk cId="3088069307" sldId="256"/>
            <ac:cxnSpMk id="712" creationId="{18941F10-BDCF-1DC1-1289-A551F878640B}"/>
          </ac:cxnSpMkLst>
        </pc:cxnChg>
        <pc:cxnChg chg="add mod">
          <ac:chgData name="Mohammad Hemmati" userId="5e4c8864-b60e-4c33-9ab5-79becc45a124" providerId="ADAL" clId="{0AA367D0-20A9-4589-BF11-3BD43FA0EB4A}" dt="2026-08-23T23:13:08.561" v="131"/>
          <ac:cxnSpMkLst>
            <pc:docMk/>
            <pc:sldMk cId="3088069307" sldId="256"/>
            <ac:cxnSpMk id="713" creationId="{4067ECA9-044A-4B98-1BAF-DD356C4CEDEF}"/>
          </ac:cxnSpMkLst>
        </pc:cxnChg>
        <pc:cxnChg chg="add mod">
          <ac:chgData name="Mohammad Hemmati" userId="5e4c8864-b60e-4c33-9ab5-79becc45a124" providerId="ADAL" clId="{0AA367D0-20A9-4589-BF11-3BD43FA0EB4A}" dt="2026-08-23T23:13:25.756" v="132"/>
          <ac:cxnSpMkLst>
            <pc:docMk/>
            <pc:sldMk cId="3088069307" sldId="256"/>
            <ac:cxnSpMk id="717" creationId="{77900748-9D87-DA43-DACC-3FA1D3A8BCF8}"/>
          </ac:cxnSpMkLst>
        </pc:cxnChg>
        <pc:cxnChg chg="add mod">
          <ac:chgData name="Mohammad Hemmati" userId="5e4c8864-b60e-4c33-9ab5-79becc45a124" providerId="ADAL" clId="{0AA367D0-20A9-4589-BF11-3BD43FA0EB4A}" dt="2026-08-23T23:13:35.566" v="133"/>
          <ac:cxnSpMkLst>
            <pc:docMk/>
            <pc:sldMk cId="3088069307" sldId="256"/>
            <ac:cxnSpMk id="719" creationId="{E465A0AA-98D0-64E8-96B3-12A5759E420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82F1-E4FD-BE91-2769-0EF846685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166E8-F8BA-F3B7-B189-63A09504E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E155-45FE-34BD-BA3D-1E25622A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71D1-EB57-A9F0-CC24-68C46525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EC128-F7E3-BAF5-7FC0-812ACE11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22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8A4D-3E31-243C-B89C-08027356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41FA-E216-093D-78CE-B7E34CD1D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3F52E-F6F0-AF67-491A-F87947A9C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DE65-A2C0-6B91-A828-CA2917B3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0F47-A549-3732-95BE-F554111C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07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275F-B393-156A-6B2D-48B6A09A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8D1F7-3899-DB14-DF7B-6EAC383B2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F1A4-BF2A-C13C-0CCC-91B5748AC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3DFA9-B17E-4C82-1D28-15F6F8A0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9E013-E106-FDA6-6BB0-C9CDAB47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604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625E-568B-D7D2-A25C-4181937E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7912F-242F-5CC4-8238-B85ACD02E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A5D82-031E-331A-D131-762825A11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1B6DD-ECBE-2F03-FAFA-20CA5028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13AA8-09F9-D940-E883-7EE2D542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D851B-13C8-B626-0355-4829A3CA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30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C4C2-BA3B-B8F0-C0E6-0239433E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EB5BD-E376-D6D5-033D-5989C4BA6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6282-BF70-4226-FFF5-D7DF8D4F6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951BA-B1A7-F486-3AB7-8C17604DF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14815-91EF-C297-EBD4-EECEBB232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D926F-2907-3326-2F84-14110AEB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7500A5-E24E-C6B2-868C-6F0992CB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AEB614-3794-1AFD-CE85-68C5A959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95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3E88-7E49-87A1-9FAB-FBBCBF60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58521F-7F24-F795-F428-8AA44B2E7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8706A-01D1-8371-8F83-9125CC92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EF8B5-6BE6-AE39-52B5-A790678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2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E835D-EC5D-67AD-F110-9EC6124D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B668D2-6ED3-6C2A-538D-2FC15D43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F5FA2-0343-34A7-2096-B7B2E7E3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927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CC60-FFD6-0C3B-F20E-871385DF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71869-E9A7-9302-B387-DC8F32952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5A7DD-6C5C-ABFD-642C-E893D7D47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8C62A-0D77-8B24-6324-8E3F004C8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43283-B30D-1F43-E2B6-C93EF2D3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C7710-5F2D-41A0-C464-AE011240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776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B103-772F-52DF-41B9-696376B8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CE646-EF09-98BC-1C97-DA1629D7A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D08F3-D132-449E-EBD6-E3936B75A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90181-4B61-DE14-9A88-1A6EFB92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67CBC-16C8-4CAB-7B52-F3C7E5A1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C39D1-0761-6E94-7CF9-ED17CC5F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56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C620-3E02-0F28-19C7-8758B65D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E1B17-55CA-0A6E-7797-3F2B5A70C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74D9A-B117-8272-8B22-DFFFAA95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D728C-13F1-B312-D3CD-86BE2CF8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660CF-CB85-764B-6F9C-E522F3C2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7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C3B3F-8C8C-3A17-F534-F186A4C9A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33CEB-8A14-65DD-E426-2FC0783EB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76053-658C-5D7D-764A-19C85B37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A9F7-4E55-85BB-52EF-FF198C1C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EF122-6BAC-78BD-E1E3-B1C8583A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39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41CD6-71AC-C248-4CB2-12E28415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F16DB-3DD8-3F6A-CEE9-94E65ABB3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FEE83-6993-5B1A-E7CD-C0E4C6976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21D6D-669A-4ABF-A561-953DBBD02C9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2BF2E-3113-BA28-2150-979B2DDC4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A62B7-ABD6-BF37-610C-5CA71E509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026AC-345F-4CDC-9D08-8FC2175D10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96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" name="Group 723">
            <a:extLst>
              <a:ext uri="{FF2B5EF4-FFF2-40B4-BE49-F238E27FC236}">
                <a16:creationId xmlns:a16="http://schemas.microsoft.com/office/drawing/2014/main" id="{0EFDBB52-896D-FC10-957C-73BBE91AD655}"/>
              </a:ext>
            </a:extLst>
          </p:cNvPr>
          <p:cNvGrpSpPr/>
          <p:nvPr/>
        </p:nvGrpSpPr>
        <p:grpSpPr>
          <a:xfrm>
            <a:off x="-610798" y="-506081"/>
            <a:ext cx="5527258" cy="4034038"/>
            <a:chOff x="623450" y="272239"/>
            <a:chExt cx="4572009" cy="3459487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9C4D33E-321C-752E-4611-371FB5B67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50" y="272239"/>
              <a:ext cx="4572009" cy="34594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515ADB-A4EB-D70C-5F7B-CE8C9C08856A}"/>
                </a:ext>
              </a:extLst>
            </p:cNvPr>
            <p:cNvCxnSpPr>
              <a:cxnSpLocks/>
            </p:cNvCxnSpPr>
            <p:nvPr/>
          </p:nvCxnSpPr>
          <p:spPr>
            <a:xfrm>
              <a:off x="3020980" y="2813398"/>
              <a:ext cx="1090125" cy="0"/>
            </a:xfrm>
            <a:prstGeom prst="line">
              <a:avLst/>
            </a:prstGeom>
            <a:ln w="793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3811242-40D1-ACAC-5FBC-EB9CF75D9064}"/>
                </a:ext>
              </a:extLst>
            </p:cNvPr>
            <p:cNvSpPr/>
            <p:nvPr/>
          </p:nvSpPr>
          <p:spPr>
            <a:xfrm>
              <a:off x="1851891" y="1737361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BB573D-29A8-F47C-2F57-B89E91D73217}"/>
                </a:ext>
              </a:extLst>
            </p:cNvPr>
            <p:cNvSpPr/>
            <p:nvPr/>
          </p:nvSpPr>
          <p:spPr>
            <a:xfrm>
              <a:off x="2614814" y="1853912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46D60E5-7EF1-CFA6-56F7-05B57AAD0820}"/>
                </a:ext>
              </a:extLst>
            </p:cNvPr>
            <p:cNvSpPr/>
            <p:nvPr/>
          </p:nvSpPr>
          <p:spPr>
            <a:xfrm>
              <a:off x="2909454" y="2771835"/>
              <a:ext cx="92364" cy="83127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8AF9712-1086-B799-D4AD-6E0589DAF3EE}"/>
                </a:ext>
              </a:extLst>
            </p:cNvPr>
            <p:cNvSpPr/>
            <p:nvPr/>
          </p:nvSpPr>
          <p:spPr>
            <a:xfrm>
              <a:off x="3426690" y="1791855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A5A3B83-D50B-EE84-D609-D94D82B2F2DC}"/>
                </a:ext>
              </a:extLst>
            </p:cNvPr>
            <p:cNvSpPr/>
            <p:nvPr/>
          </p:nvSpPr>
          <p:spPr>
            <a:xfrm>
              <a:off x="4064923" y="2150919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3D68D27-650E-7D3B-FFF9-1323F9CD225A}"/>
                </a:ext>
              </a:extLst>
            </p:cNvPr>
            <p:cNvSpPr/>
            <p:nvPr/>
          </p:nvSpPr>
          <p:spPr>
            <a:xfrm>
              <a:off x="3337579" y="2238244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9F9EE17-5469-EA31-6C64-E28FE80AE04A}"/>
                </a:ext>
              </a:extLst>
            </p:cNvPr>
            <p:cNvSpPr/>
            <p:nvPr/>
          </p:nvSpPr>
          <p:spPr>
            <a:xfrm>
              <a:off x="3495449" y="2452324"/>
              <a:ext cx="60962" cy="61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ABA8CE3-786C-9855-4BCC-B55FF0B3D899}"/>
                </a:ext>
              </a:extLst>
            </p:cNvPr>
            <p:cNvCxnSpPr>
              <a:cxnSpLocks/>
            </p:cNvCxnSpPr>
            <p:nvPr/>
          </p:nvCxnSpPr>
          <p:spPr>
            <a:xfrm>
              <a:off x="4111105" y="2234046"/>
              <a:ext cx="0" cy="579352"/>
            </a:xfrm>
            <a:prstGeom prst="line">
              <a:avLst/>
            </a:prstGeom>
            <a:ln w="79375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368344C-6AE3-BA71-3112-C4E4F99D02C8}"/>
                </a:ext>
              </a:extLst>
            </p:cNvPr>
            <p:cNvCxnSpPr>
              <a:cxnSpLocks/>
            </p:cNvCxnSpPr>
            <p:nvPr/>
          </p:nvCxnSpPr>
          <p:spPr>
            <a:xfrm>
              <a:off x="1898073" y="2816862"/>
              <a:ext cx="997525" cy="0"/>
            </a:xfrm>
            <a:prstGeom prst="line">
              <a:avLst/>
            </a:prstGeom>
            <a:ln w="762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F81878-7CA6-71CA-3E3D-8F62C8878425}"/>
                </a:ext>
              </a:extLst>
            </p:cNvPr>
            <p:cNvCxnSpPr>
              <a:cxnSpLocks/>
            </p:cNvCxnSpPr>
            <p:nvPr/>
          </p:nvCxnSpPr>
          <p:spPr>
            <a:xfrm>
              <a:off x="1898073" y="1832265"/>
              <a:ext cx="0" cy="981133"/>
            </a:xfrm>
            <a:prstGeom prst="line">
              <a:avLst/>
            </a:prstGeom>
            <a:ln w="762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B453DA-3FA0-44EE-179A-58747EDBAC13}"/>
                </a:ext>
              </a:extLst>
            </p:cNvPr>
            <p:cNvCxnSpPr>
              <a:cxnSpLocks/>
            </p:cNvCxnSpPr>
            <p:nvPr/>
          </p:nvCxnSpPr>
          <p:spPr>
            <a:xfrm>
              <a:off x="3519054" y="1826491"/>
              <a:ext cx="165495" cy="82886"/>
            </a:xfrm>
            <a:prstGeom prst="line">
              <a:avLst/>
            </a:prstGeom>
            <a:ln w="47625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C4857F7-0F59-38B7-FA23-26F33D3E400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806" y="2516794"/>
              <a:ext cx="0" cy="282748"/>
            </a:xfrm>
            <a:prstGeom prst="line">
              <a:avLst/>
            </a:prstGeom>
            <a:ln w="12700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8DDD43F-6278-19AF-1A89-4F0693371F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7944" y="2645871"/>
              <a:ext cx="102097" cy="125577"/>
            </a:xfrm>
            <a:prstGeom prst="line">
              <a:avLst/>
            </a:prstGeom>
            <a:ln w="12700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9A32A5-6D1D-4E59-C2D3-F438064E1052}"/>
                </a:ext>
              </a:extLst>
            </p:cNvPr>
            <p:cNvCxnSpPr>
              <a:cxnSpLocks/>
            </p:cNvCxnSpPr>
            <p:nvPr/>
          </p:nvCxnSpPr>
          <p:spPr>
            <a:xfrm>
              <a:off x="3062596" y="2645871"/>
              <a:ext cx="3291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E4DB9A7-521B-3F39-B219-C35F833BEB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8027" y="2321371"/>
              <a:ext cx="0" cy="3249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C538087-AAA1-F338-76F8-85C5B4002D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0996" y="1931324"/>
              <a:ext cx="0" cy="777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F53BE4F-2869-3293-70FF-52FA1F03CB9B}"/>
                </a:ext>
              </a:extLst>
            </p:cNvPr>
            <p:cNvCxnSpPr>
              <a:cxnSpLocks/>
            </p:cNvCxnSpPr>
            <p:nvPr/>
          </p:nvCxnSpPr>
          <p:spPr>
            <a:xfrm>
              <a:off x="2657186" y="2707040"/>
              <a:ext cx="1940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7BB4892-486C-3D4B-7149-F3BBEA1B4E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51231" y="2707040"/>
              <a:ext cx="87822" cy="63649"/>
            </a:xfrm>
            <a:prstGeom prst="line">
              <a:avLst/>
            </a:prstGeom>
            <a:ln w="12700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CEF7CCE-5F27-8EAE-4CDA-803B9B31D411}"/>
                </a:ext>
              </a:extLst>
            </p:cNvPr>
            <p:cNvCxnSpPr>
              <a:cxnSpLocks/>
            </p:cNvCxnSpPr>
            <p:nvPr/>
          </p:nvCxnSpPr>
          <p:spPr>
            <a:xfrm>
              <a:off x="2754208" y="1242100"/>
              <a:ext cx="1571358" cy="2809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4DBAEE3-3A2E-0EF3-267B-4BEBCB42F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5566" y="1244909"/>
              <a:ext cx="0" cy="823173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1FDA7B2-1F30-FF35-C49B-303C53E97307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4157287" y="2064743"/>
              <a:ext cx="168279" cy="127740"/>
            </a:xfrm>
            <a:prstGeom prst="line">
              <a:avLst/>
            </a:prstGeom>
            <a:ln w="53975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A8F990F-0049-0694-0022-A7EEC0791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6879" y="1244909"/>
              <a:ext cx="0" cy="534015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E1A74E3-314F-A702-1DF7-9DE8985A9C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1152" y="1778924"/>
              <a:ext cx="303089" cy="0"/>
            </a:xfrm>
            <a:prstGeom prst="line">
              <a:avLst/>
            </a:prstGeom>
            <a:ln w="63500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E55C8EE-D002-44F8-2062-56B1830097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0224" y="1242100"/>
              <a:ext cx="93984" cy="584464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FF05F6F-5C32-6F3D-53A0-55806C312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3907" y="1242100"/>
              <a:ext cx="0" cy="536824"/>
            </a:xfrm>
            <a:prstGeom prst="line">
              <a:avLst/>
            </a:prstGeom>
            <a:ln w="41275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78D6E44-D3F0-6415-A012-80CF5A930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1349" y="1255409"/>
              <a:ext cx="0" cy="831909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2559018-A504-0ACC-51C1-F745BFD7A7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9073" y="2087318"/>
              <a:ext cx="146472" cy="146728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50AF13F-E671-2438-53C3-FF85B42D5C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2427" y="1909377"/>
              <a:ext cx="4957" cy="880640"/>
            </a:xfrm>
            <a:prstGeom prst="line">
              <a:avLst/>
            </a:prstGeom>
            <a:ln w="476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3B4A03E-3504-5EC1-DB34-DB7DF48979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5997" y="2085014"/>
              <a:ext cx="71952" cy="156379"/>
            </a:xfrm>
            <a:prstGeom prst="line">
              <a:avLst/>
            </a:prstGeom>
            <a:ln w="19050" cap="flat">
              <a:solidFill>
                <a:schemeClr val="tx1"/>
              </a:solidFill>
              <a:head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C5565DF-9FC5-D884-EEA9-41265F76A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949" y="1880436"/>
              <a:ext cx="0" cy="2068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FA1825A-7B7D-F9A2-B4CA-58D7A457A0E6}"/>
                </a:ext>
              </a:extLst>
            </p:cNvPr>
            <p:cNvCxnSpPr>
              <a:cxnSpLocks/>
            </p:cNvCxnSpPr>
            <p:nvPr/>
          </p:nvCxnSpPr>
          <p:spPr>
            <a:xfrm>
              <a:off x="3421973" y="2481357"/>
              <a:ext cx="666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9C7D647-7E6D-5C05-8F7C-6D63857C7949}"/>
                </a:ext>
              </a:extLst>
            </p:cNvPr>
            <p:cNvCxnSpPr>
              <a:cxnSpLocks/>
            </p:cNvCxnSpPr>
            <p:nvPr/>
          </p:nvCxnSpPr>
          <p:spPr>
            <a:xfrm>
              <a:off x="3426166" y="2361839"/>
              <a:ext cx="0" cy="11887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5817AD7-324C-1F4A-D9C1-F6D380EA12F0}"/>
                </a:ext>
              </a:extLst>
            </p:cNvPr>
            <p:cNvCxnSpPr>
              <a:cxnSpLocks/>
            </p:cNvCxnSpPr>
            <p:nvPr/>
          </p:nvCxnSpPr>
          <p:spPr>
            <a:xfrm>
              <a:off x="3414250" y="2309197"/>
              <a:ext cx="10619" cy="53737"/>
            </a:xfrm>
            <a:prstGeom prst="line">
              <a:avLst/>
            </a:prstGeom>
            <a:ln w="9525" cap="rnd">
              <a:solidFill>
                <a:schemeClr val="tx1"/>
              </a:solidFill>
              <a:head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427BA99-088A-152F-80AA-9D103B49E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9858" y="1820488"/>
              <a:ext cx="332428" cy="270496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54E9A6E-9E66-A925-23F9-19B2BC5A1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6879" y="2096930"/>
              <a:ext cx="0" cy="985819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641ADC1B-7F6B-EED0-9A38-4C462AF74E32}"/>
                </a:ext>
              </a:extLst>
            </p:cNvPr>
            <p:cNvCxnSpPr>
              <a:cxnSpLocks/>
            </p:cNvCxnSpPr>
            <p:nvPr/>
          </p:nvCxnSpPr>
          <p:spPr>
            <a:xfrm>
              <a:off x="1519858" y="3087145"/>
              <a:ext cx="1782451" cy="0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3B2B0A3-EF85-6B03-E37F-0DBAD82B8F7E}"/>
                </a:ext>
              </a:extLst>
            </p:cNvPr>
            <p:cNvCxnSpPr>
              <a:cxnSpLocks/>
            </p:cNvCxnSpPr>
            <p:nvPr/>
          </p:nvCxnSpPr>
          <p:spPr>
            <a:xfrm>
              <a:off x="3303631" y="2461833"/>
              <a:ext cx="1650" cy="618819"/>
            </a:xfrm>
            <a:prstGeom prst="line">
              <a:avLst/>
            </a:prstGeom>
            <a:ln w="508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BEB5897-F038-1FB9-7453-265580D66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4456" y="2306519"/>
              <a:ext cx="55541" cy="153217"/>
            </a:xfrm>
            <a:prstGeom prst="line">
              <a:avLst/>
            </a:prstGeom>
            <a:ln w="50800" cap="flat">
              <a:solidFill>
                <a:schemeClr val="tx1"/>
              </a:solidFill>
              <a:head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F63557D-ADA7-CE3E-C278-A86F5AE3D6E5}"/>
                </a:ext>
              </a:extLst>
            </p:cNvPr>
            <p:cNvCxnSpPr>
              <a:cxnSpLocks/>
            </p:cNvCxnSpPr>
            <p:nvPr/>
          </p:nvCxnSpPr>
          <p:spPr>
            <a:xfrm>
              <a:off x="3300869" y="3094405"/>
              <a:ext cx="18129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B939D77-D0AA-F989-C59A-6D9CE480B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1615" y="2562154"/>
              <a:ext cx="5206" cy="52557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4A64BE4-5E2A-D0BD-A29B-1F9549261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8492" y="2492637"/>
              <a:ext cx="39673" cy="75918"/>
            </a:xfrm>
            <a:prstGeom prst="line">
              <a:avLst/>
            </a:prstGeom>
            <a:ln w="31750" cap="flat">
              <a:solidFill>
                <a:schemeClr val="tx1"/>
              </a:solidFill>
              <a:head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5A9DF45-3988-6FF4-A00E-A0C54CA3A2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5374" y="2071683"/>
              <a:ext cx="9473" cy="1016050"/>
            </a:xfrm>
            <a:prstGeom prst="line">
              <a:avLst/>
            </a:prstGeom>
            <a:ln w="222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BC87544-FEF6-FC21-AD35-0384D5C50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5456" y="3099690"/>
              <a:ext cx="904769" cy="0"/>
            </a:xfrm>
            <a:prstGeom prst="line">
              <a:avLst/>
            </a:prstGeom>
            <a:ln w="222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B56037D4-4421-2D47-9F94-10C9C56FDC0D}"/>
                </a:ext>
              </a:extLst>
            </p:cNvPr>
            <p:cNvCxnSpPr>
              <a:cxnSpLocks/>
            </p:cNvCxnSpPr>
            <p:nvPr/>
          </p:nvCxnSpPr>
          <p:spPr>
            <a:xfrm>
              <a:off x="3497585" y="1883628"/>
              <a:ext cx="96621" cy="178725"/>
            </a:xfrm>
            <a:prstGeom prst="line">
              <a:avLst/>
            </a:prstGeom>
            <a:ln w="22225" cap="rnd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4372D34-3097-1E19-AAD8-1640650070B9}"/>
                </a:ext>
              </a:extLst>
            </p:cNvPr>
            <p:cNvCxnSpPr>
              <a:cxnSpLocks/>
            </p:cNvCxnSpPr>
            <p:nvPr/>
          </p:nvCxnSpPr>
          <p:spPr>
            <a:xfrm>
              <a:off x="4384621" y="2383127"/>
              <a:ext cx="0" cy="711278"/>
            </a:xfrm>
            <a:prstGeom prst="line">
              <a:avLst/>
            </a:prstGeom>
            <a:ln w="222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31098DBB-641B-8B43-6DFB-5864C6D0C99D}"/>
                </a:ext>
              </a:extLst>
            </p:cNvPr>
            <p:cNvCxnSpPr>
              <a:cxnSpLocks/>
            </p:cNvCxnSpPr>
            <p:nvPr/>
          </p:nvCxnSpPr>
          <p:spPr>
            <a:xfrm>
              <a:off x="4151242" y="2214071"/>
              <a:ext cx="233379" cy="169056"/>
            </a:xfrm>
            <a:prstGeom prst="line">
              <a:avLst/>
            </a:prstGeom>
            <a:ln w="22225" cap="rnd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B207AAA1-4A78-C404-3BD7-801E71FC17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5795" y="1255409"/>
              <a:ext cx="221391" cy="586848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B80E0A3F-A550-4495-9622-35D2C90FC5EA}"/>
                </a:ext>
              </a:extLst>
            </p:cNvPr>
            <p:cNvCxnSpPr>
              <a:cxnSpLocks/>
            </p:cNvCxnSpPr>
            <p:nvPr/>
          </p:nvCxnSpPr>
          <p:spPr>
            <a:xfrm>
              <a:off x="1514108" y="1230918"/>
              <a:ext cx="918916" cy="9507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36101D4-D58B-D756-7480-A208A00FB57F}"/>
                </a:ext>
              </a:extLst>
            </p:cNvPr>
            <p:cNvCxnSpPr>
              <a:cxnSpLocks/>
              <a:endCxn id="21" idx="7"/>
            </p:cNvCxnSpPr>
            <p:nvPr/>
          </p:nvCxnSpPr>
          <p:spPr>
            <a:xfrm flipH="1">
              <a:off x="3505528" y="1750211"/>
              <a:ext cx="60514" cy="53818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C44C267-DE50-3476-4635-B135265306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6042" y="1750211"/>
              <a:ext cx="540483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337F9CB9-F306-02D5-54AA-FA3B2A65A9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06525" y="1750211"/>
              <a:ext cx="3104" cy="395708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FC7182AE-EFCD-FD57-5013-BF47C37BBE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7956" y="2222178"/>
              <a:ext cx="60514" cy="53818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4F152382-0260-F2F0-63D0-52F2CF778E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9943" y="2275996"/>
              <a:ext cx="567949" cy="0"/>
            </a:xfrm>
            <a:prstGeom prst="line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99115A34-CD54-810B-4F7A-D9E9FC7812DA}"/>
                </a:ext>
              </a:extLst>
            </p:cNvPr>
            <p:cNvSpPr/>
            <p:nvPr/>
          </p:nvSpPr>
          <p:spPr>
            <a:xfrm>
              <a:off x="1217735" y="896814"/>
              <a:ext cx="3477357" cy="2439867"/>
            </a:xfrm>
            <a:prstGeom prst="roundRect">
              <a:avLst>
                <a:gd name="adj" fmla="val 27368"/>
              </a:avLst>
            </a:prstGeom>
            <a:noFill/>
            <a:ln w="349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0630CF4-1271-1ACE-2691-FC082F3C96E8}"/>
              </a:ext>
            </a:extLst>
          </p:cNvPr>
          <p:cNvGrpSpPr/>
          <p:nvPr/>
        </p:nvGrpSpPr>
        <p:grpSpPr>
          <a:xfrm>
            <a:off x="-864166" y="2634758"/>
            <a:ext cx="5688586" cy="4406696"/>
            <a:chOff x="4622513" y="100359"/>
            <a:chExt cx="5210548" cy="3942648"/>
          </a:xfrm>
        </p:grpSpPr>
        <p:pic>
          <p:nvPicPr>
            <p:cNvPr id="237" name="Picture 236">
              <a:extLst>
                <a:ext uri="{FF2B5EF4-FFF2-40B4-BE49-F238E27FC236}">
                  <a16:creationId xmlns:a16="http://schemas.microsoft.com/office/drawing/2014/main" id="{7D7FC776-8A66-F274-4AB4-2593BE058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2513" y="100359"/>
              <a:ext cx="5210548" cy="3942648"/>
            </a:xfrm>
            <a:prstGeom prst="rect">
              <a:avLst/>
            </a:prstGeom>
          </p:spPr>
        </p:pic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1CB75FA8-E68B-9D27-67BA-D2170027A6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7978" y="2128087"/>
              <a:ext cx="0" cy="1281174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E340442B-3A47-B014-E836-2515765C39DC}"/>
                </a:ext>
              </a:extLst>
            </p:cNvPr>
            <p:cNvSpPr/>
            <p:nvPr/>
          </p:nvSpPr>
          <p:spPr>
            <a:xfrm>
              <a:off x="7948756" y="2076284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F777907D-FDF8-72EE-3276-6B5C69D00739}"/>
                </a:ext>
              </a:extLst>
            </p:cNvPr>
            <p:cNvSpPr/>
            <p:nvPr/>
          </p:nvSpPr>
          <p:spPr>
            <a:xfrm>
              <a:off x="6999798" y="2666093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63911CB6-7C8D-48C3-8D3E-9C201552B709}"/>
                </a:ext>
              </a:extLst>
            </p:cNvPr>
            <p:cNvSpPr/>
            <p:nvPr/>
          </p:nvSpPr>
          <p:spPr>
            <a:xfrm>
              <a:off x="6574110" y="2361839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DBF7B1B-6429-9FB7-C079-CA8068EA9DE9}"/>
                </a:ext>
              </a:extLst>
            </p:cNvPr>
            <p:cNvSpPr/>
            <p:nvPr/>
          </p:nvSpPr>
          <p:spPr>
            <a:xfrm>
              <a:off x="6393063" y="3423478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13B6D5F-9483-5E65-B7CE-9C8EE7EFFF03}"/>
                </a:ext>
              </a:extLst>
            </p:cNvPr>
            <p:cNvSpPr/>
            <p:nvPr/>
          </p:nvSpPr>
          <p:spPr>
            <a:xfrm>
              <a:off x="8017018" y="2854962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C5443AFB-F131-BB40-4493-000E12351B61}"/>
                </a:ext>
              </a:extLst>
            </p:cNvPr>
            <p:cNvSpPr/>
            <p:nvPr/>
          </p:nvSpPr>
          <p:spPr>
            <a:xfrm>
              <a:off x="7970836" y="3150282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A8F430C6-5E7A-F609-0869-01CBA02C3423}"/>
                </a:ext>
              </a:extLst>
            </p:cNvPr>
            <p:cNvSpPr/>
            <p:nvPr/>
          </p:nvSpPr>
          <p:spPr>
            <a:xfrm>
              <a:off x="7878472" y="3465041"/>
              <a:ext cx="92364" cy="831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43227F7-A77B-C1BC-C4C7-5F3CA6D91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9341" y="2121436"/>
              <a:ext cx="508637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016B3006-627E-EABD-8513-A8D6A7F01B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3034" y="2733470"/>
              <a:ext cx="88263" cy="114161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0E951DD-B33D-B24A-7D35-E9BF3893D5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5250" y="3062485"/>
              <a:ext cx="88263" cy="114161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1C4DAE8A-AD9D-6CDD-B4C2-27397DA2E7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4646" y="3409261"/>
              <a:ext cx="96846" cy="83940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75C6B154-C363-67D4-4EDF-4E775D0140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9276" y="3412299"/>
              <a:ext cx="488702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8C7D41F0-DADE-8C6F-CBA4-BFDCC1BE7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3513" y="3062485"/>
              <a:ext cx="404465" cy="2349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8AAAD56D-A2AE-0BA9-EF71-5E26CC9DA6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51297" y="2733470"/>
              <a:ext cx="406681" cy="372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891EFB0D-E9A1-FFB0-B9BA-26E8D1122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0224" y="2373499"/>
              <a:ext cx="832631" cy="23"/>
            </a:xfrm>
            <a:prstGeom prst="line">
              <a:avLst/>
            </a:prstGeom>
            <a:ln w="190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6AA248CD-FFA5-847A-04E9-7131D604E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938" y="2174303"/>
              <a:ext cx="0" cy="199219"/>
            </a:xfrm>
            <a:prstGeom prst="line">
              <a:avLst/>
            </a:prstGeom>
            <a:ln w="190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2B45B5CA-5F98-6369-E92D-A893663AE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0224" y="2383127"/>
              <a:ext cx="0" cy="168805"/>
            </a:xfrm>
            <a:prstGeom prst="line">
              <a:avLst/>
            </a:prstGeom>
            <a:ln w="190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12C7F404-B6FC-7C67-1C42-D81CE7C99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1961" y="2551932"/>
              <a:ext cx="88263" cy="114161"/>
            </a:xfrm>
            <a:prstGeom prst="line">
              <a:avLst/>
            </a:prstGeom>
            <a:ln w="1905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1DCCE41-F2A7-FB15-F1BE-2A8DE5C45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0292" y="1804029"/>
              <a:ext cx="0" cy="545668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727CB961-7655-4CEA-D2AD-3DFCB6BEF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0292" y="1804029"/>
              <a:ext cx="1304362" cy="0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6877BB1D-ADD6-554C-4938-B653E36DD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268" y="1804029"/>
              <a:ext cx="0" cy="167056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7770925-4AAD-64A5-B919-8A9BA55E40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4654" y="1972990"/>
              <a:ext cx="45519" cy="103294"/>
            </a:xfrm>
            <a:prstGeom prst="line">
              <a:avLst/>
            </a:prstGeom>
            <a:ln w="9525" cap="flat">
              <a:solidFill>
                <a:schemeClr val="tx1"/>
              </a:solidFill>
              <a:headEnd type="triangle" w="med" len="sm"/>
              <a:tail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6EE179CF-815B-9AC6-08FE-48D81BDF7E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3092" y="1671363"/>
              <a:ext cx="0" cy="1793678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F626487-5E50-3300-4D0D-1FC7D09237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3092" y="1669458"/>
              <a:ext cx="1900108" cy="1905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E07D8725-38F6-C318-931E-E99FE526C4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3200" y="1671363"/>
              <a:ext cx="468" cy="301627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C69AA537-98EC-B504-4B43-253ED81EA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7594" y="1974244"/>
              <a:ext cx="35606" cy="114214"/>
            </a:xfrm>
            <a:prstGeom prst="line">
              <a:avLst/>
            </a:prstGeom>
            <a:ln w="15875" cap="flat">
              <a:solidFill>
                <a:schemeClr val="tx1"/>
              </a:solidFill>
              <a:headEnd type="triangle" w="med" len="sm"/>
              <a:tail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755F0FAE-4857-4279-F601-592BE5E786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0064" y="3465041"/>
              <a:ext cx="220863" cy="1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52E97576-0295-0601-A698-36BCF527B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0674" y="2554068"/>
              <a:ext cx="0" cy="76170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6148B692-A3CD-1E32-D522-0EE8043A47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8387" y="2452324"/>
              <a:ext cx="71905" cy="99608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605945B-E6E1-D6B4-92D1-FF9B4AC34E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3887" y="2551932"/>
              <a:ext cx="223961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0A676F83-065C-1578-B066-93805B25C96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166" y="3317905"/>
              <a:ext cx="95256" cy="107709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40EB6C0F-BFD2-57F4-87B4-4AB79A2F76C0}"/>
                </a:ext>
              </a:extLst>
            </p:cNvPr>
            <p:cNvCxnSpPr>
              <a:cxnSpLocks/>
            </p:cNvCxnSpPr>
            <p:nvPr/>
          </p:nvCxnSpPr>
          <p:spPr>
            <a:xfrm>
              <a:off x="6465490" y="3510957"/>
              <a:ext cx="95256" cy="107709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A97A9FF-3185-6E6F-B271-B7028FE43487}"/>
                </a:ext>
              </a:extLst>
            </p:cNvPr>
            <p:cNvCxnSpPr>
              <a:cxnSpLocks/>
            </p:cNvCxnSpPr>
            <p:nvPr/>
          </p:nvCxnSpPr>
          <p:spPr>
            <a:xfrm>
              <a:off x="6569212" y="3618531"/>
              <a:ext cx="1258733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96CF0A34-78B3-96F4-7B46-B93DD3E51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27948" y="3548168"/>
              <a:ext cx="70498" cy="70976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C769620B-ED89-D333-235F-BBF0F97769BE}"/>
                </a:ext>
              </a:extLst>
            </p:cNvPr>
            <p:cNvCxnSpPr>
              <a:cxnSpLocks/>
            </p:cNvCxnSpPr>
            <p:nvPr/>
          </p:nvCxnSpPr>
          <p:spPr>
            <a:xfrm>
              <a:off x="6485427" y="3465041"/>
              <a:ext cx="1140348" cy="0"/>
            </a:xfrm>
            <a:prstGeom prst="line">
              <a:avLst/>
            </a:prstGeom>
            <a:ln w="190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1468825D-89B0-0D7C-9F9F-5A699B25A836}"/>
                </a:ext>
              </a:extLst>
            </p:cNvPr>
            <p:cNvCxnSpPr>
              <a:cxnSpLocks/>
            </p:cNvCxnSpPr>
            <p:nvPr/>
          </p:nvCxnSpPr>
          <p:spPr>
            <a:xfrm>
              <a:off x="7632897" y="3023075"/>
              <a:ext cx="0" cy="441966"/>
            </a:xfrm>
            <a:prstGeom prst="line">
              <a:avLst/>
            </a:prstGeom>
            <a:ln w="190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CBC8DDE6-C748-CA97-0D2C-43E4E9CABA0E}"/>
                </a:ext>
              </a:extLst>
            </p:cNvPr>
            <p:cNvCxnSpPr>
              <a:cxnSpLocks/>
            </p:cNvCxnSpPr>
            <p:nvPr/>
          </p:nvCxnSpPr>
          <p:spPr>
            <a:xfrm>
              <a:off x="7644834" y="3318340"/>
              <a:ext cx="270706" cy="0"/>
            </a:xfrm>
            <a:prstGeom prst="line">
              <a:avLst/>
            </a:prstGeom>
            <a:ln w="190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699E04F8-C243-9460-CF21-6D86E8A4E7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18344" y="3233156"/>
              <a:ext cx="74511" cy="83127"/>
            </a:xfrm>
            <a:prstGeom prst="line">
              <a:avLst/>
            </a:prstGeom>
            <a:ln w="1905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95E3D1C2-59B5-A110-543C-6F0CE48F5559}"/>
                </a:ext>
              </a:extLst>
            </p:cNvPr>
            <p:cNvCxnSpPr>
              <a:cxnSpLocks/>
            </p:cNvCxnSpPr>
            <p:nvPr/>
          </p:nvCxnSpPr>
          <p:spPr>
            <a:xfrm>
              <a:off x="7637000" y="3022086"/>
              <a:ext cx="311756" cy="0"/>
            </a:xfrm>
            <a:prstGeom prst="line">
              <a:avLst/>
            </a:prstGeom>
            <a:ln w="190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F45982F4-3BD4-764F-5A11-E48F5135A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0479" y="2940443"/>
              <a:ext cx="85743" cy="83874"/>
            </a:xfrm>
            <a:prstGeom prst="line">
              <a:avLst/>
            </a:prstGeom>
            <a:ln w="1905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9126CF75-B030-B66A-F502-7E5922BF8385}"/>
                </a:ext>
              </a:extLst>
            </p:cNvPr>
            <p:cNvCxnSpPr>
              <a:cxnSpLocks/>
            </p:cNvCxnSpPr>
            <p:nvPr/>
          </p:nvCxnSpPr>
          <p:spPr>
            <a:xfrm>
              <a:off x="6666474" y="2403402"/>
              <a:ext cx="207292" cy="0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84A9D4F9-4DD0-85A6-96B3-5BC431F2D836}"/>
                </a:ext>
              </a:extLst>
            </p:cNvPr>
            <p:cNvCxnSpPr>
              <a:cxnSpLocks/>
            </p:cNvCxnSpPr>
            <p:nvPr/>
          </p:nvCxnSpPr>
          <p:spPr>
            <a:xfrm>
              <a:off x="6876135" y="2403402"/>
              <a:ext cx="0" cy="303638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A653DA0D-21DB-6CB4-F80A-24E4BCD4B59D}"/>
                </a:ext>
              </a:extLst>
            </p:cNvPr>
            <p:cNvCxnSpPr>
              <a:cxnSpLocks/>
            </p:cNvCxnSpPr>
            <p:nvPr/>
          </p:nvCxnSpPr>
          <p:spPr>
            <a:xfrm>
              <a:off x="6875879" y="2707040"/>
              <a:ext cx="123919" cy="0"/>
            </a:xfrm>
            <a:prstGeom prst="line">
              <a:avLst/>
            </a:prstGeom>
            <a:ln w="9525" cap="rnd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6AEAD1D7-3421-8B9C-6895-C26C60351E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1961" y="2747793"/>
              <a:ext cx="105189" cy="69069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5F6FFEE3-D457-4247-1FD1-CE7EE5E80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682" y="2821135"/>
              <a:ext cx="0" cy="37071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E3474D8E-444D-3900-91B9-FF0E0076BAC8}"/>
                </a:ext>
              </a:extLst>
            </p:cNvPr>
            <p:cNvCxnSpPr>
              <a:cxnSpLocks/>
              <a:stCxn id="250" idx="2"/>
            </p:cNvCxnSpPr>
            <p:nvPr/>
          </p:nvCxnSpPr>
          <p:spPr>
            <a:xfrm flipH="1" flipV="1">
              <a:off x="7179828" y="3191845"/>
              <a:ext cx="791008" cy="1"/>
            </a:xfrm>
            <a:prstGeom prst="line">
              <a:avLst/>
            </a:prstGeom>
            <a:ln w="15875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A7591C2E-19B1-E699-43C5-D47036160C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6838" y="2799542"/>
              <a:ext cx="0" cy="73290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34162F4E-F670-1D74-4E0E-D4DF7CFAAAFE}"/>
                </a:ext>
              </a:extLst>
            </p:cNvPr>
            <p:cNvCxnSpPr>
              <a:cxnSpLocks/>
              <a:endCxn id="252" idx="5"/>
            </p:cNvCxnSpPr>
            <p:nvPr/>
          </p:nvCxnSpPr>
          <p:spPr>
            <a:xfrm flipH="1" flipV="1">
              <a:off x="7957310" y="3535994"/>
              <a:ext cx="445975" cy="1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A9142D56-0E8B-52D0-EB40-285612896C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9381" y="2795516"/>
              <a:ext cx="100935" cy="89027"/>
            </a:xfrm>
            <a:prstGeom prst="line">
              <a:avLst/>
            </a:prstGeom>
            <a:ln w="15875" cap="rnd">
              <a:solidFill>
                <a:schemeClr val="tx1"/>
              </a:solidFill>
              <a:tail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7F378EED-2D36-DBF3-E954-513904CC7F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6153" y="3626245"/>
              <a:ext cx="117360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C5A6EB42-6406-29F7-B572-442E84D2E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0762" y="3547934"/>
              <a:ext cx="91800" cy="76461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CE6D2DD5-13FE-E396-866F-1ECEC10AA30C}"/>
                </a:ext>
              </a:extLst>
            </p:cNvPr>
            <p:cNvCxnSpPr>
              <a:cxnSpLocks/>
            </p:cNvCxnSpPr>
            <p:nvPr/>
          </p:nvCxnSpPr>
          <p:spPr>
            <a:xfrm>
              <a:off x="8159963" y="3309683"/>
              <a:ext cx="0" cy="31504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E3FE9C99-A3FF-63FE-DC4E-97EA3E36DE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49341" y="3229383"/>
              <a:ext cx="107038" cy="75670"/>
            </a:xfrm>
            <a:prstGeom prst="line">
              <a:avLst/>
            </a:prstGeom>
            <a:ln w="15875" cap="rnd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7EB9CB67-4508-DCDA-B9C4-425B8C0FCE9A}"/>
                </a:ext>
              </a:extLst>
            </p:cNvPr>
            <p:cNvCxnSpPr>
              <a:cxnSpLocks/>
            </p:cNvCxnSpPr>
            <p:nvPr/>
          </p:nvCxnSpPr>
          <p:spPr>
            <a:xfrm>
              <a:off x="8067247" y="3197591"/>
              <a:ext cx="212487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51E67DED-EDC3-BAF5-9ECC-B4CCBB259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0787" y="2938089"/>
              <a:ext cx="0" cy="255008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320C8DA0-BFF4-F05D-15C5-BB2EF3D6D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9635" y="2794868"/>
              <a:ext cx="196545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4C1F76D3-1A1D-9397-65BF-4FB937D8490E}"/>
                </a:ext>
              </a:extLst>
            </p:cNvPr>
            <p:cNvCxnSpPr>
              <a:cxnSpLocks/>
            </p:cNvCxnSpPr>
            <p:nvPr/>
          </p:nvCxnSpPr>
          <p:spPr>
            <a:xfrm>
              <a:off x="8101174" y="2938462"/>
              <a:ext cx="185352" cy="0"/>
            </a:xfrm>
            <a:prstGeom prst="line">
              <a:avLst/>
            </a:prstGeom>
            <a:ln w="25400" cap="flat">
              <a:solidFill>
                <a:schemeClr val="tx1"/>
              </a:solidFill>
              <a:head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C087A9C3-428E-DAB8-D728-0002CAA9A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5118" y="1812079"/>
              <a:ext cx="3508" cy="1084446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E7B19CFC-1A89-C3AC-6A70-CFBC08E3B527}"/>
                </a:ext>
              </a:extLst>
            </p:cNvPr>
            <p:cNvCxnSpPr>
              <a:cxnSpLocks/>
            </p:cNvCxnSpPr>
            <p:nvPr/>
          </p:nvCxnSpPr>
          <p:spPr>
            <a:xfrm>
              <a:off x="7704519" y="2896525"/>
              <a:ext cx="306196" cy="0"/>
            </a:xfrm>
            <a:prstGeom prst="line">
              <a:avLst/>
            </a:prstGeom>
            <a:ln w="9525" cap="rnd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1806EC5C-1CFD-D249-EAEA-ED0297057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686" y="2749220"/>
              <a:ext cx="108120" cy="105742"/>
            </a:xfrm>
            <a:prstGeom prst="line">
              <a:avLst/>
            </a:prstGeom>
            <a:ln w="31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9A461591-5756-435C-F81D-FF7448998F91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77" y="2854962"/>
              <a:ext cx="0" cy="533110"/>
            </a:xfrm>
            <a:prstGeom prst="line">
              <a:avLst/>
            </a:prstGeom>
            <a:ln w="31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E2E79571-2702-F845-1F5C-25697263585C}"/>
                </a:ext>
              </a:extLst>
            </p:cNvPr>
            <p:cNvCxnSpPr>
              <a:cxnSpLocks/>
            </p:cNvCxnSpPr>
            <p:nvPr/>
          </p:nvCxnSpPr>
          <p:spPr>
            <a:xfrm>
              <a:off x="6584478" y="3390734"/>
              <a:ext cx="332720" cy="0"/>
            </a:xfrm>
            <a:prstGeom prst="line">
              <a:avLst/>
            </a:prstGeom>
            <a:ln w="31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C9E0D5A3-3BCD-2E55-0937-D53927C4E7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1901" y="3389456"/>
              <a:ext cx="111246" cy="48193"/>
            </a:xfrm>
            <a:prstGeom prst="line">
              <a:avLst/>
            </a:prstGeom>
            <a:ln w="3175" cap="rnd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Rectangle: Rounded Corners 445">
              <a:extLst>
                <a:ext uri="{FF2B5EF4-FFF2-40B4-BE49-F238E27FC236}">
                  <a16:creationId xmlns:a16="http://schemas.microsoft.com/office/drawing/2014/main" id="{601C2527-80B3-6CF4-46FA-600C37408EFF}"/>
                </a:ext>
              </a:extLst>
            </p:cNvPr>
            <p:cNvSpPr/>
            <p:nvPr/>
          </p:nvSpPr>
          <p:spPr>
            <a:xfrm>
              <a:off x="5912199" y="674044"/>
              <a:ext cx="2871266" cy="3083808"/>
            </a:xfrm>
            <a:prstGeom prst="roundRect">
              <a:avLst>
                <a:gd name="adj" fmla="val 27368"/>
              </a:avLst>
            </a:prstGeom>
            <a:noFill/>
            <a:ln w="3492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C37759EA-E6BD-40E3-BF8E-57BF2B6609C4}"/>
              </a:ext>
            </a:extLst>
          </p:cNvPr>
          <p:cNvGrpSpPr/>
          <p:nvPr/>
        </p:nvGrpSpPr>
        <p:grpSpPr>
          <a:xfrm>
            <a:off x="3471774" y="-593459"/>
            <a:ext cx="6303799" cy="4759568"/>
            <a:chOff x="95977" y="2913369"/>
            <a:chExt cx="5826029" cy="4408363"/>
          </a:xfrm>
        </p:grpSpPr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ED5AE392-F8FB-6B8F-ECEA-3DA675345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77" y="2913369"/>
              <a:ext cx="5826029" cy="4408363"/>
            </a:xfrm>
            <a:prstGeom prst="rect">
              <a:avLst/>
            </a:prstGeom>
          </p:spPr>
        </p:pic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4BD62D1E-CB49-12F8-4447-705F0E1FC3AA}"/>
                </a:ext>
              </a:extLst>
            </p:cNvPr>
            <p:cNvSpPr/>
            <p:nvPr/>
          </p:nvSpPr>
          <p:spPr>
            <a:xfrm>
              <a:off x="2069077" y="5103701"/>
              <a:ext cx="92364" cy="83127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FDC9D05D-788F-4A8F-FDBD-AC04735A4215}"/>
                </a:ext>
              </a:extLst>
            </p:cNvPr>
            <p:cNvSpPr/>
            <p:nvPr/>
          </p:nvSpPr>
          <p:spPr>
            <a:xfrm>
              <a:off x="1322752" y="4926498"/>
              <a:ext cx="92364" cy="83127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A9613C33-15AA-014A-C6A0-D6E16A7BA116}"/>
                </a:ext>
              </a:extLst>
            </p:cNvPr>
            <p:cNvSpPr/>
            <p:nvPr/>
          </p:nvSpPr>
          <p:spPr>
            <a:xfrm>
              <a:off x="3636245" y="4843371"/>
              <a:ext cx="92364" cy="83127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DBBF2E70-C21F-1677-E057-4A6989B0B8CF}"/>
                </a:ext>
              </a:extLst>
            </p:cNvPr>
            <p:cNvSpPr/>
            <p:nvPr/>
          </p:nvSpPr>
          <p:spPr>
            <a:xfrm>
              <a:off x="4674827" y="5270109"/>
              <a:ext cx="92364" cy="83127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85E48B21-931E-38D7-60CF-33752B197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934" y="4429562"/>
              <a:ext cx="745402" cy="4853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DD28EB72-6720-04B2-EA4B-3D34AA6C0143}"/>
                </a:ext>
              </a:extLst>
            </p:cNvPr>
            <p:cNvCxnSpPr>
              <a:cxnSpLocks/>
              <a:stCxn id="453" idx="0"/>
            </p:cNvCxnSpPr>
            <p:nvPr/>
          </p:nvCxnSpPr>
          <p:spPr>
            <a:xfrm flipV="1">
              <a:off x="1368934" y="4434415"/>
              <a:ext cx="0" cy="492083"/>
            </a:xfrm>
            <a:prstGeom prst="line">
              <a:avLst/>
            </a:prstGeom>
            <a:ln w="53975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B9FF96B8-92C8-49AC-EB29-DFCA282F5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336" y="4443250"/>
              <a:ext cx="0" cy="635456"/>
            </a:xfrm>
            <a:prstGeom prst="line">
              <a:avLst/>
            </a:prstGeom>
            <a:ln w="539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44B8D588-73F2-D03C-35CC-D55021BABC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14336" y="5499540"/>
              <a:ext cx="2387506" cy="0"/>
            </a:xfrm>
            <a:prstGeom prst="line">
              <a:avLst/>
            </a:prstGeom>
            <a:ln w="444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0BED0C5D-AF9E-EF6B-AB5A-7AC46F38E7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7574" y="5334542"/>
              <a:ext cx="177773" cy="160615"/>
            </a:xfrm>
            <a:prstGeom prst="line">
              <a:avLst/>
            </a:prstGeom>
            <a:ln w="44450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CA5C15F4-9662-3E23-06E3-B72B4FDE86A9}"/>
                </a:ext>
              </a:extLst>
            </p:cNvPr>
            <p:cNvCxnSpPr>
              <a:cxnSpLocks/>
            </p:cNvCxnSpPr>
            <p:nvPr/>
          </p:nvCxnSpPr>
          <p:spPr>
            <a:xfrm>
              <a:off x="2114336" y="5192560"/>
              <a:ext cx="0" cy="308329"/>
            </a:xfrm>
            <a:prstGeom prst="line">
              <a:avLst/>
            </a:prstGeom>
            <a:ln w="444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72C27678-BE01-FD63-8A54-6B84E3179160}"/>
                </a:ext>
              </a:extLst>
            </p:cNvPr>
            <p:cNvCxnSpPr>
              <a:cxnSpLocks/>
            </p:cNvCxnSpPr>
            <p:nvPr/>
          </p:nvCxnSpPr>
          <p:spPr>
            <a:xfrm>
              <a:off x="2161441" y="5148130"/>
              <a:ext cx="453373" cy="0"/>
            </a:xfrm>
            <a:prstGeom prst="line">
              <a:avLst/>
            </a:prstGeom>
            <a:ln w="349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4FD5B889-B5BB-AC04-4535-3771E5F90A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8132" y="4889240"/>
              <a:ext cx="318892" cy="256024"/>
            </a:xfrm>
            <a:prstGeom prst="line">
              <a:avLst/>
            </a:prstGeom>
            <a:ln w="349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9B46E893-8F5D-2809-A022-F822494F223B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50" y="4889240"/>
              <a:ext cx="675447" cy="0"/>
            </a:xfrm>
            <a:prstGeom prst="line">
              <a:avLst/>
            </a:prstGeom>
            <a:ln w="34925" cap="rnd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4767E90F-010E-3256-925D-3203C5FC19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51877" y="4887471"/>
              <a:ext cx="749965" cy="5243"/>
            </a:xfrm>
            <a:prstGeom prst="line">
              <a:avLst/>
            </a:prstGeom>
            <a:ln w="476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B5ABE7ED-59CD-8C16-3090-D3E302F16A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6386" y="4894062"/>
              <a:ext cx="0" cy="209639"/>
            </a:xfrm>
            <a:prstGeom prst="line">
              <a:avLst/>
            </a:prstGeom>
            <a:ln w="4762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C9BD7C9F-BA29-1A40-8EB5-266CC0BAF7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1806" y="5111818"/>
              <a:ext cx="165083" cy="164733"/>
            </a:xfrm>
            <a:prstGeom prst="line">
              <a:avLst/>
            </a:prstGeom>
            <a:ln w="47625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B31241A4-36C2-4B7D-1C77-FFF9E25BF145}"/>
                </a:ext>
              </a:extLst>
            </p:cNvPr>
            <p:cNvCxnSpPr>
              <a:cxnSpLocks/>
            </p:cNvCxnSpPr>
            <p:nvPr/>
          </p:nvCxnSpPr>
          <p:spPr>
            <a:xfrm>
              <a:off x="1415115" y="4997502"/>
              <a:ext cx="134323" cy="134749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165E6857-AEA3-C072-A083-20B3D9AD8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8283" y="5132251"/>
              <a:ext cx="3466" cy="563087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46961030-F430-DFA4-DA7D-66730D044536}"/>
                </a:ext>
              </a:extLst>
            </p:cNvPr>
            <p:cNvCxnSpPr>
              <a:cxnSpLocks/>
            </p:cNvCxnSpPr>
            <p:nvPr/>
          </p:nvCxnSpPr>
          <p:spPr>
            <a:xfrm>
              <a:off x="1549438" y="5695338"/>
              <a:ext cx="3380868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96627FAD-8FD7-21ED-99C8-2544F9084B6E}"/>
                </a:ext>
              </a:extLst>
            </p:cNvPr>
            <p:cNvCxnSpPr>
              <a:cxnSpLocks/>
            </p:cNvCxnSpPr>
            <p:nvPr/>
          </p:nvCxnSpPr>
          <p:spPr>
            <a:xfrm>
              <a:off x="4923708" y="5377475"/>
              <a:ext cx="6598" cy="317863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60BD4B9E-4B2C-2CD2-1F87-BB187185CFD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206" y="5334283"/>
              <a:ext cx="142502" cy="39426"/>
            </a:xfrm>
            <a:prstGeom prst="line">
              <a:avLst/>
            </a:prstGeom>
            <a:ln w="28575" cap="rnd"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0F1D6862-EF6F-44C9-FFD9-68232AA3129B}"/>
                </a:ext>
              </a:extLst>
            </p:cNvPr>
            <p:cNvCxnSpPr>
              <a:cxnSpLocks/>
            </p:cNvCxnSpPr>
            <p:nvPr/>
          </p:nvCxnSpPr>
          <p:spPr>
            <a:xfrm>
              <a:off x="1415115" y="4965195"/>
              <a:ext cx="482958" cy="0"/>
            </a:xfrm>
            <a:prstGeom prst="line">
              <a:avLst/>
            </a:prstGeom>
            <a:ln w="412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151C73CD-5C92-3D62-730A-930501D56A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8833" y="4714785"/>
              <a:ext cx="468780" cy="247006"/>
            </a:xfrm>
            <a:prstGeom prst="line">
              <a:avLst/>
            </a:prstGeom>
            <a:ln w="412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4CB25539-417F-C2F1-4122-A4463EA4A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3290" y="4701156"/>
              <a:ext cx="1299137" cy="12269"/>
            </a:xfrm>
            <a:prstGeom prst="line">
              <a:avLst/>
            </a:prstGeom>
            <a:ln w="412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B143C857-EABA-3BB3-3E89-F22A2EA1262A}"/>
                </a:ext>
              </a:extLst>
            </p:cNvPr>
            <p:cNvCxnSpPr>
              <a:cxnSpLocks/>
            </p:cNvCxnSpPr>
            <p:nvPr/>
          </p:nvCxnSpPr>
          <p:spPr>
            <a:xfrm>
              <a:off x="3680354" y="4706315"/>
              <a:ext cx="0" cy="126323"/>
            </a:xfrm>
            <a:prstGeom prst="line">
              <a:avLst/>
            </a:prstGeom>
            <a:ln w="41275" cap="rnd">
              <a:solidFill>
                <a:schemeClr val="tx1"/>
              </a:solidFill>
              <a:tail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2" name="Rectangle: Rounded Corners 531">
              <a:extLst>
                <a:ext uri="{FF2B5EF4-FFF2-40B4-BE49-F238E27FC236}">
                  <a16:creationId xmlns:a16="http://schemas.microsoft.com/office/drawing/2014/main" id="{1DB4C3E0-00B7-3734-4DDB-AA97C07AE093}"/>
                </a:ext>
              </a:extLst>
            </p:cNvPr>
            <p:cNvSpPr/>
            <p:nvPr/>
          </p:nvSpPr>
          <p:spPr>
            <a:xfrm>
              <a:off x="1082916" y="4275529"/>
              <a:ext cx="4148841" cy="1615986"/>
            </a:xfrm>
            <a:prstGeom prst="roundRect">
              <a:avLst>
                <a:gd name="adj" fmla="val 27368"/>
              </a:avLst>
            </a:prstGeom>
            <a:noFill/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25" name="Group 724">
            <a:extLst>
              <a:ext uri="{FF2B5EF4-FFF2-40B4-BE49-F238E27FC236}">
                <a16:creationId xmlns:a16="http://schemas.microsoft.com/office/drawing/2014/main" id="{9CF93825-2C48-9BB3-3385-79202A514BDE}"/>
              </a:ext>
            </a:extLst>
          </p:cNvPr>
          <p:cNvGrpSpPr/>
          <p:nvPr/>
        </p:nvGrpSpPr>
        <p:grpSpPr>
          <a:xfrm>
            <a:off x="2976865" y="2803822"/>
            <a:ext cx="6817024" cy="3802621"/>
            <a:chOff x="6096000" y="3344909"/>
            <a:chExt cx="6817024" cy="3802621"/>
          </a:xfrm>
        </p:grpSpPr>
        <p:grpSp>
          <p:nvGrpSpPr>
            <p:cNvPr id="721" name="Group 720">
              <a:extLst>
                <a:ext uri="{FF2B5EF4-FFF2-40B4-BE49-F238E27FC236}">
                  <a16:creationId xmlns:a16="http://schemas.microsoft.com/office/drawing/2014/main" id="{3D689372-DE27-9A90-CB6A-FF3C956A7575}"/>
                </a:ext>
              </a:extLst>
            </p:cNvPr>
            <p:cNvGrpSpPr/>
            <p:nvPr/>
          </p:nvGrpSpPr>
          <p:grpSpPr>
            <a:xfrm>
              <a:off x="6096000" y="3344909"/>
              <a:ext cx="6817024" cy="3802621"/>
              <a:chOff x="6096000" y="2790017"/>
              <a:chExt cx="6817024" cy="3802621"/>
            </a:xfrm>
          </p:grpSpPr>
          <p:pic>
            <p:nvPicPr>
              <p:cNvPr id="535" name="Picture 534">
                <a:extLst>
                  <a:ext uri="{FF2B5EF4-FFF2-40B4-BE49-F238E27FC236}">
                    <a16:creationId xmlns:a16="http://schemas.microsoft.com/office/drawing/2014/main" id="{BA39871E-CBB4-5A43-E5D8-021694098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0" y="2790017"/>
                <a:ext cx="6817024" cy="3802621"/>
              </a:xfrm>
              <a:prstGeom prst="rect">
                <a:avLst/>
              </a:prstGeom>
            </p:spPr>
          </p:pic>
          <p:sp>
            <p:nvSpPr>
              <p:cNvPr id="537" name="Oval 536">
                <a:extLst>
                  <a:ext uri="{FF2B5EF4-FFF2-40B4-BE49-F238E27FC236}">
                    <a16:creationId xmlns:a16="http://schemas.microsoft.com/office/drawing/2014/main" id="{CCE45252-DAD7-1A57-6C30-10297543E721}"/>
                  </a:ext>
                </a:extLst>
              </p:cNvPr>
              <p:cNvSpPr/>
              <p:nvPr/>
            </p:nvSpPr>
            <p:spPr>
              <a:xfrm>
                <a:off x="9713185" y="4195149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9" name="Oval 538">
                <a:extLst>
                  <a:ext uri="{FF2B5EF4-FFF2-40B4-BE49-F238E27FC236}">
                    <a16:creationId xmlns:a16="http://schemas.microsoft.com/office/drawing/2014/main" id="{2C0325E8-6364-C4E3-83DD-0027B37D96A9}"/>
                  </a:ext>
                </a:extLst>
              </p:cNvPr>
              <p:cNvSpPr/>
              <p:nvPr/>
            </p:nvSpPr>
            <p:spPr>
              <a:xfrm>
                <a:off x="9805549" y="4958161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C2ADBFEE-5833-F4DE-FD75-A1459227229E}"/>
                  </a:ext>
                </a:extLst>
              </p:cNvPr>
              <p:cNvSpPr/>
              <p:nvPr/>
            </p:nvSpPr>
            <p:spPr>
              <a:xfrm>
                <a:off x="8869163" y="4724245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3E1243D9-838D-7A49-C17A-6D237C50E554}"/>
                  </a:ext>
                </a:extLst>
              </p:cNvPr>
              <p:cNvSpPr/>
              <p:nvPr/>
            </p:nvSpPr>
            <p:spPr>
              <a:xfrm>
                <a:off x="8915345" y="5244227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5" name="Oval 544">
                <a:extLst>
                  <a:ext uri="{FF2B5EF4-FFF2-40B4-BE49-F238E27FC236}">
                    <a16:creationId xmlns:a16="http://schemas.microsoft.com/office/drawing/2014/main" id="{D12C4C86-2FDD-C53F-D242-757180D1D3B5}"/>
                  </a:ext>
                </a:extLst>
              </p:cNvPr>
              <p:cNvSpPr/>
              <p:nvPr/>
            </p:nvSpPr>
            <p:spPr>
              <a:xfrm>
                <a:off x="9759367" y="5393893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7" name="Oval 546">
                <a:extLst>
                  <a:ext uri="{FF2B5EF4-FFF2-40B4-BE49-F238E27FC236}">
                    <a16:creationId xmlns:a16="http://schemas.microsoft.com/office/drawing/2014/main" id="{6EC59A5E-0185-EDF7-9C1F-BC41A9D3BCC5}"/>
                  </a:ext>
                </a:extLst>
              </p:cNvPr>
              <p:cNvSpPr/>
              <p:nvPr/>
            </p:nvSpPr>
            <p:spPr>
              <a:xfrm>
                <a:off x="7599838" y="5352329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B7F9B803-255A-87FD-80DD-D9E4082A5899}"/>
                  </a:ext>
                </a:extLst>
              </p:cNvPr>
              <p:cNvSpPr/>
              <p:nvPr/>
            </p:nvSpPr>
            <p:spPr>
              <a:xfrm>
                <a:off x="8742079" y="5657379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9C2815C8-8699-D4CE-8EF3-CBCA34749FE8}"/>
                  </a:ext>
                </a:extLst>
              </p:cNvPr>
              <p:cNvSpPr/>
              <p:nvPr/>
            </p:nvSpPr>
            <p:spPr>
              <a:xfrm>
                <a:off x="9279782" y="5791045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86BF8665-946D-1D5D-EADD-9CB7FBE68706}"/>
                  </a:ext>
                </a:extLst>
              </p:cNvPr>
              <p:cNvSpPr/>
              <p:nvPr/>
            </p:nvSpPr>
            <p:spPr>
              <a:xfrm>
                <a:off x="10443288" y="5657378"/>
                <a:ext cx="92364" cy="831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54" name="Straight Connector 553">
                <a:extLst>
                  <a:ext uri="{FF2B5EF4-FFF2-40B4-BE49-F238E27FC236}">
                    <a16:creationId xmlns:a16="http://schemas.microsoft.com/office/drawing/2014/main" id="{4EFD1CFB-888A-81A6-5F34-810CB6C406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85263" y="3947706"/>
                <a:ext cx="2166028" cy="0"/>
              </a:xfrm>
              <a:prstGeom prst="line">
                <a:avLst/>
              </a:prstGeom>
              <a:ln w="4762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Straight Connector 555">
                <a:extLst>
                  <a:ext uri="{FF2B5EF4-FFF2-40B4-BE49-F238E27FC236}">
                    <a16:creationId xmlns:a16="http://schemas.microsoft.com/office/drawing/2014/main" id="{DCEABAC3-6B40-34FF-FD2A-E860CD1E48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73111" y="3947706"/>
                <a:ext cx="0" cy="1146171"/>
              </a:xfrm>
              <a:prstGeom prst="line">
                <a:avLst/>
              </a:prstGeom>
              <a:ln w="4762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>
                <a:extLst>
                  <a:ext uri="{FF2B5EF4-FFF2-40B4-BE49-F238E27FC236}">
                    <a16:creationId xmlns:a16="http://schemas.microsoft.com/office/drawing/2014/main" id="{42BF44B9-8124-0B94-4C0A-A3DBD567DD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9367" y="3953782"/>
                <a:ext cx="0" cy="223295"/>
              </a:xfrm>
              <a:prstGeom prst="line">
                <a:avLst/>
              </a:prstGeom>
              <a:ln w="4762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2FE3490-5AA9-411C-CA2C-18E2C513AF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95119" y="3947706"/>
                <a:ext cx="0" cy="1751235"/>
              </a:xfrm>
              <a:prstGeom prst="line">
                <a:avLst/>
              </a:prstGeom>
              <a:ln w="317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440E0FC3-C8FB-C8CE-16E5-FC77B0F827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42079" y="3947706"/>
                <a:ext cx="0" cy="1197467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Straight Connector 570">
                <a:extLst>
                  <a:ext uri="{FF2B5EF4-FFF2-40B4-BE49-F238E27FC236}">
                    <a16:creationId xmlns:a16="http://schemas.microsoft.com/office/drawing/2014/main" id="{84FAFEDE-3E70-569A-2FD0-7F1025056350}"/>
                  </a:ext>
                </a:extLst>
              </p:cNvPr>
              <p:cNvCxnSpPr>
                <a:cxnSpLocks/>
                <a:stCxn id="541" idx="0"/>
              </p:cNvCxnSpPr>
              <p:nvPr/>
            </p:nvCxnSpPr>
            <p:spPr>
              <a:xfrm flipV="1">
                <a:off x="8915345" y="3947706"/>
                <a:ext cx="0" cy="776539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Straight Connector 572">
                <a:extLst>
                  <a:ext uri="{FF2B5EF4-FFF2-40B4-BE49-F238E27FC236}">
                    <a16:creationId xmlns:a16="http://schemas.microsoft.com/office/drawing/2014/main" id="{9C8A4DD6-F7CA-E7D4-13F2-437990C293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89470" y="4236712"/>
                <a:ext cx="0" cy="140186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Straight Connector 574">
                <a:extLst>
                  <a:ext uri="{FF2B5EF4-FFF2-40B4-BE49-F238E27FC236}">
                    <a16:creationId xmlns:a16="http://schemas.microsoft.com/office/drawing/2014/main" id="{39FA3F77-D11A-2274-F5EA-D8D3B5C9BF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05549" y="4236712"/>
                <a:ext cx="683921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Straight Connector 579">
                <a:extLst>
                  <a:ext uri="{FF2B5EF4-FFF2-40B4-BE49-F238E27FC236}">
                    <a16:creationId xmlns:a16="http://schemas.microsoft.com/office/drawing/2014/main" id="{835DFC6F-1A5B-A892-CA47-CFCAC2B13E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88766" y="4805142"/>
                <a:ext cx="81235" cy="150789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  <a:headEnd type="triangle"/>
                <a:tailEnd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Straight Connector 583">
                <a:extLst>
                  <a:ext uri="{FF2B5EF4-FFF2-40B4-BE49-F238E27FC236}">
                    <a16:creationId xmlns:a16="http://schemas.microsoft.com/office/drawing/2014/main" id="{022196E3-91C3-02E5-8D60-37EB974086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1839" y="4374738"/>
                <a:ext cx="2622" cy="429804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586">
                <a:extLst>
                  <a:ext uri="{FF2B5EF4-FFF2-40B4-BE49-F238E27FC236}">
                    <a16:creationId xmlns:a16="http://schemas.microsoft.com/office/drawing/2014/main" id="{3CAAB31F-2798-868E-C99C-F803560C1D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783769" y="4278275"/>
                <a:ext cx="190300" cy="96463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Straight Connector 589">
                <a:extLst>
                  <a:ext uri="{FF2B5EF4-FFF2-40B4-BE49-F238E27FC236}">
                    <a16:creationId xmlns:a16="http://schemas.microsoft.com/office/drawing/2014/main" id="{06FFB501-4357-10C3-10B2-894B0DAEE7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95846" y="4053741"/>
                <a:ext cx="178615" cy="14759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Straight Connector 591">
                <a:extLst>
                  <a:ext uri="{FF2B5EF4-FFF2-40B4-BE49-F238E27FC236}">
                    <a16:creationId xmlns:a16="http://schemas.microsoft.com/office/drawing/2014/main" id="{42D5C3DC-D6B2-46CD-168A-5BAA6FD40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74069" y="4054583"/>
                <a:ext cx="1315426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Straight Connector 595">
                <a:extLst>
                  <a:ext uri="{FF2B5EF4-FFF2-40B4-BE49-F238E27FC236}">
                    <a16:creationId xmlns:a16="http://schemas.microsoft.com/office/drawing/2014/main" id="{A0EEA63A-96E4-975C-C0AD-DAC73DDD7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7310" y="4054583"/>
                <a:ext cx="2185" cy="2143265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Straight Connector 599">
                <a:extLst>
                  <a:ext uri="{FF2B5EF4-FFF2-40B4-BE49-F238E27FC236}">
                    <a16:creationId xmlns:a16="http://schemas.microsoft.com/office/drawing/2014/main" id="{B9169C9C-B248-DE94-0D89-471E64853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25964" y="6198694"/>
                <a:ext cx="1961300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Straight Connector 605">
                <a:extLst>
                  <a:ext uri="{FF2B5EF4-FFF2-40B4-BE49-F238E27FC236}">
                    <a16:creationId xmlns:a16="http://schemas.microsoft.com/office/drawing/2014/main" id="{651F79B4-67C9-D6CC-C976-4B7851AEA423}"/>
                  </a:ext>
                </a:extLst>
              </p:cNvPr>
              <p:cNvCxnSpPr>
                <a:cxnSpLocks/>
                <a:endCxn id="551" idx="4"/>
              </p:cNvCxnSpPr>
              <p:nvPr/>
            </p:nvCxnSpPr>
            <p:spPr>
              <a:xfrm flipV="1">
                <a:off x="9325964" y="5874172"/>
                <a:ext cx="0" cy="323676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10">
                <a:extLst>
                  <a:ext uri="{FF2B5EF4-FFF2-40B4-BE49-F238E27FC236}">
                    <a16:creationId xmlns:a16="http://schemas.microsoft.com/office/drawing/2014/main" id="{5C0889E7-9E56-988E-EFB0-0B866D47158A}"/>
                  </a:ext>
                </a:extLst>
              </p:cNvPr>
              <p:cNvCxnSpPr/>
              <p:nvPr/>
            </p:nvCxnSpPr>
            <p:spPr>
              <a:xfrm>
                <a:off x="8501809" y="5698941"/>
                <a:ext cx="227365" cy="0"/>
              </a:xfrm>
              <a:prstGeom prst="line">
                <a:avLst/>
              </a:prstGeom>
              <a:ln w="31750" cap="rnd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Straight Connector 611">
                <a:extLst>
                  <a:ext uri="{FF2B5EF4-FFF2-40B4-BE49-F238E27FC236}">
                    <a16:creationId xmlns:a16="http://schemas.microsoft.com/office/drawing/2014/main" id="{8DC3E111-3C96-0841-7301-9A9364ED7F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51020" y="5148815"/>
                <a:ext cx="173391" cy="105356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7CA91E1E-ED71-43AE-4439-9B8193F6CF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62712" y="5352329"/>
                <a:ext cx="188069" cy="81499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Straight Connector 618">
                <a:extLst>
                  <a:ext uri="{FF2B5EF4-FFF2-40B4-BE49-F238E27FC236}">
                    <a16:creationId xmlns:a16="http://schemas.microsoft.com/office/drawing/2014/main" id="{44756C84-3937-E00B-0C3E-4FDD6BC8FB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53218" y="4335975"/>
                <a:ext cx="1838" cy="1016354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620">
                <a:extLst>
                  <a:ext uri="{FF2B5EF4-FFF2-40B4-BE49-F238E27FC236}">
                    <a16:creationId xmlns:a16="http://schemas.microsoft.com/office/drawing/2014/main" id="{C0A1EE18-5A29-7CE0-155E-E4B74AA7CF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805549" y="4265268"/>
                <a:ext cx="246160" cy="70707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Straight Connector 623">
                <a:extLst>
                  <a:ext uri="{FF2B5EF4-FFF2-40B4-BE49-F238E27FC236}">
                    <a16:creationId xmlns:a16="http://schemas.microsoft.com/office/drawing/2014/main" id="{DF6CFEC1-0E57-3FC6-2067-2CC5DF2468DB}"/>
                  </a:ext>
                </a:extLst>
              </p:cNvPr>
              <p:cNvCxnSpPr>
                <a:cxnSpLocks/>
                <a:endCxn id="547" idx="0"/>
              </p:cNvCxnSpPr>
              <p:nvPr/>
            </p:nvCxnSpPr>
            <p:spPr>
              <a:xfrm>
                <a:off x="7573111" y="5105396"/>
                <a:ext cx="72909" cy="246933"/>
              </a:xfrm>
              <a:prstGeom prst="line">
                <a:avLst/>
              </a:prstGeom>
              <a:ln w="47625" cap="rnd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Connector 627">
                <a:extLst>
                  <a:ext uri="{FF2B5EF4-FFF2-40B4-BE49-F238E27FC236}">
                    <a16:creationId xmlns:a16="http://schemas.microsoft.com/office/drawing/2014/main" id="{CE983400-FC50-B80C-9A51-E6EAF7AD48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74154" y="5419577"/>
                <a:ext cx="113030" cy="57443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4141F8AF-E620-4240-CDAC-E2C4E06B9F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0869" y="5477020"/>
                <a:ext cx="1082754" cy="0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6" name="Straight Connector 635">
                <a:extLst>
                  <a:ext uri="{FF2B5EF4-FFF2-40B4-BE49-F238E27FC236}">
                    <a16:creationId xmlns:a16="http://schemas.microsoft.com/office/drawing/2014/main" id="{B53BE569-C4CF-CB35-799E-2A273969D6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74906" y="5348471"/>
                <a:ext cx="74222" cy="124691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8" name="Straight Connector 637">
                <a:extLst>
                  <a:ext uri="{FF2B5EF4-FFF2-40B4-BE49-F238E27FC236}">
                    <a16:creationId xmlns:a16="http://schemas.microsoft.com/office/drawing/2014/main" id="{45564CD4-4B8C-BE82-0890-BA60577D17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11333" y="5740505"/>
                <a:ext cx="61664" cy="9210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Straight Connector 639">
                <a:extLst>
                  <a:ext uri="{FF2B5EF4-FFF2-40B4-BE49-F238E27FC236}">
                    <a16:creationId xmlns:a16="http://schemas.microsoft.com/office/drawing/2014/main" id="{5DCE1C62-C177-B8AE-C38F-AB94C55BB2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4919" y="5835123"/>
                <a:ext cx="854410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>
                <a:extLst>
                  <a:ext uri="{FF2B5EF4-FFF2-40B4-BE49-F238E27FC236}">
                    <a16:creationId xmlns:a16="http://schemas.microsoft.com/office/drawing/2014/main" id="{C0DE02D3-AA55-F5EB-61DA-3A3FC0082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74622" y="5437686"/>
                <a:ext cx="180528" cy="39715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Straight Connector 644">
                <a:extLst>
                  <a:ext uri="{FF2B5EF4-FFF2-40B4-BE49-F238E27FC236}">
                    <a16:creationId xmlns:a16="http://schemas.microsoft.com/office/drawing/2014/main" id="{8219C580-C68D-FE8D-64F1-F6054483D6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16377" y="4818863"/>
                <a:ext cx="90048" cy="150121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>
                <a:extLst>
                  <a:ext uri="{FF2B5EF4-FFF2-40B4-BE49-F238E27FC236}">
                    <a16:creationId xmlns:a16="http://schemas.microsoft.com/office/drawing/2014/main" id="{5C7525C6-DC22-B2A5-4D4D-1103EC3D4279}"/>
                  </a:ext>
                </a:extLst>
              </p:cNvPr>
              <p:cNvCxnSpPr>
                <a:cxnSpLocks/>
                <a:endCxn id="543" idx="0"/>
              </p:cNvCxnSpPr>
              <p:nvPr/>
            </p:nvCxnSpPr>
            <p:spPr>
              <a:xfrm>
                <a:off x="8961527" y="4975674"/>
                <a:ext cx="0" cy="268553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Straight Connector 651">
                <a:extLst>
                  <a:ext uri="{FF2B5EF4-FFF2-40B4-BE49-F238E27FC236}">
                    <a16:creationId xmlns:a16="http://schemas.microsoft.com/office/drawing/2014/main" id="{DF12C5FF-CE4F-D1C2-7B7E-85FCBB68A7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3924" y="4974187"/>
                <a:ext cx="144946" cy="0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0" name="Straight Connector 659">
                <a:extLst>
                  <a:ext uri="{FF2B5EF4-FFF2-40B4-BE49-F238E27FC236}">
                    <a16:creationId xmlns:a16="http://schemas.microsoft.com/office/drawing/2014/main" id="{2D5D53FE-1B04-5256-5CED-0FE096163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5150" y="5285790"/>
                <a:ext cx="0" cy="433688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4" name="Straight Connector 663">
                <a:extLst>
                  <a:ext uri="{FF2B5EF4-FFF2-40B4-BE49-F238E27FC236}">
                    <a16:creationId xmlns:a16="http://schemas.microsoft.com/office/drawing/2014/main" id="{3967A88A-2A69-52F3-E708-7BAD6E700DCC}"/>
                  </a:ext>
                </a:extLst>
              </p:cNvPr>
              <p:cNvCxnSpPr>
                <a:cxnSpLocks/>
                <a:endCxn id="551" idx="1"/>
              </p:cNvCxnSpPr>
              <p:nvPr/>
            </p:nvCxnSpPr>
            <p:spPr>
              <a:xfrm>
                <a:off x="9157381" y="5722806"/>
                <a:ext cx="135927" cy="80413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7" name="Straight Connector 666">
                <a:extLst>
                  <a:ext uri="{FF2B5EF4-FFF2-40B4-BE49-F238E27FC236}">
                    <a16:creationId xmlns:a16="http://schemas.microsoft.com/office/drawing/2014/main" id="{BF401CF2-9B45-5701-C0CF-03EAC78C6A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6890" y="5341948"/>
                <a:ext cx="0" cy="200396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9" name="Straight Connector 668">
                <a:extLst>
                  <a:ext uri="{FF2B5EF4-FFF2-40B4-BE49-F238E27FC236}">
                    <a16:creationId xmlns:a16="http://schemas.microsoft.com/office/drawing/2014/main" id="{40FD8390-1423-10AF-ACBC-A15799B833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22846" y="5541774"/>
                <a:ext cx="140610" cy="125850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3" name="Straight Connector 672">
                <a:extLst>
                  <a:ext uri="{FF2B5EF4-FFF2-40B4-BE49-F238E27FC236}">
                    <a16:creationId xmlns:a16="http://schemas.microsoft.com/office/drawing/2014/main" id="{B466C809-4AA5-50A3-6957-3B1797E725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7709" y="5285790"/>
                <a:ext cx="147866" cy="0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6" name="Straight Connector 675">
                <a:extLst>
                  <a:ext uri="{FF2B5EF4-FFF2-40B4-BE49-F238E27FC236}">
                    <a16:creationId xmlns:a16="http://schemas.microsoft.com/office/drawing/2014/main" id="{5E0A9C49-F3A1-C57C-A85F-1ED38EE5B7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4692" y="5121797"/>
                <a:ext cx="126645" cy="230532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Straight Connector 678">
                <a:extLst>
                  <a:ext uri="{FF2B5EF4-FFF2-40B4-BE49-F238E27FC236}">
                    <a16:creationId xmlns:a16="http://schemas.microsoft.com/office/drawing/2014/main" id="{3743F722-05D8-5954-AF9A-87EAAD78E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00918" y="5120777"/>
                <a:ext cx="2169083" cy="15971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" name="Straight Connector 681">
                <a:extLst>
                  <a:ext uri="{FF2B5EF4-FFF2-40B4-BE49-F238E27FC236}">
                    <a16:creationId xmlns:a16="http://schemas.microsoft.com/office/drawing/2014/main" id="{7B945A51-E45F-D0E5-9EB2-8563DDB88C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00365" y="5022510"/>
                <a:ext cx="69636" cy="110595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Straight Connector 689">
                <a:extLst>
                  <a:ext uri="{FF2B5EF4-FFF2-40B4-BE49-F238E27FC236}">
                    <a16:creationId xmlns:a16="http://schemas.microsoft.com/office/drawing/2014/main" id="{A5BE81A6-AD88-C642-382C-6A5A8AD6F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4299" y="5740505"/>
                <a:ext cx="221316" cy="280260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3" name="Straight Connector 692">
                <a:extLst>
                  <a:ext uri="{FF2B5EF4-FFF2-40B4-BE49-F238E27FC236}">
                    <a16:creationId xmlns:a16="http://schemas.microsoft.com/office/drawing/2014/main" id="{4D1F46EA-8DB8-BB62-5044-3696BCDC8D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6146" y="6022155"/>
                <a:ext cx="1313196" cy="0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5" name="Straight Connector 694">
                <a:extLst>
                  <a:ext uri="{FF2B5EF4-FFF2-40B4-BE49-F238E27FC236}">
                    <a16:creationId xmlns:a16="http://schemas.microsoft.com/office/drawing/2014/main" id="{E876D7D2-3616-B958-1006-5774282D9E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59342" y="5759311"/>
                <a:ext cx="117676" cy="263383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8" name="Straight Connector 697">
                <a:extLst>
                  <a:ext uri="{FF2B5EF4-FFF2-40B4-BE49-F238E27FC236}">
                    <a16:creationId xmlns:a16="http://schemas.microsoft.com/office/drawing/2014/main" id="{FF2259BA-B020-C465-C343-6A09FE532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9696" y="5713497"/>
                <a:ext cx="77293" cy="0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8624CB77-BAC5-03C9-B333-06B02F375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66744" y="5713497"/>
                <a:ext cx="83080" cy="119111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30ADD324-2DEB-DF41-3225-2F957407C2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70217" y="5834537"/>
                <a:ext cx="894727" cy="1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head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Straight Connector 704">
                <a:extLst>
                  <a:ext uri="{FF2B5EF4-FFF2-40B4-BE49-F238E27FC236}">
                    <a16:creationId xmlns:a16="http://schemas.microsoft.com/office/drawing/2014/main" id="{181687A3-AEE9-A0F7-55F8-112EEAA58C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51731" y="5052862"/>
                <a:ext cx="0" cy="274492"/>
              </a:xfrm>
              <a:prstGeom prst="line">
                <a:avLst/>
              </a:prstGeom>
              <a:ln w="0" cap="rnd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Straight Connector 707">
                <a:extLst>
                  <a:ext uri="{FF2B5EF4-FFF2-40B4-BE49-F238E27FC236}">
                    <a16:creationId xmlns:a16="http://schemas.microsoft.com/office/drawing/2014/main" id="{8E78E2C8-F480-F572-7AD8-3E7D04C110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5549" y="5327352"/>
                <a:ext cx="46182" cy="62683"/>
              </a:xfrm>
              <a:prstGeom prst="line">
                <a:avLst/>
              </a:prstGeom>
              <a:ln w="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2" name="Straight Connector 711">
                <a:extLst>
                  <a:ext uri="{FF2B5EF4-FFF2-40B4-BE49-F238E27FC236}">
                    <a16:creationId xmlns:a16="http://schemas.microsoft.com/office/drawing/2014/main" id="{18941F10-BDCF-1DC1-1289-A551F87864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1291" y="5490355"/>
                <a:ext cx="46182" cy="62683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3" name="Straight Connector 712">
                <a:extLst>
                  <a:ext uri="{FF2B5EF4-FFF2-40B4-BE49-F238E27FC236}">
                    <a16:creationId xmlns:a16="http://schemas.microsoft.com/office/drawing/2014/main" id="{4067ECA9-044A-4B98-1BAF-DD356C4CE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2448" y="5554015"/>
                <a:ext cx="0" cy="184561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7" name="Straight Connector 716">
                <a:extLst>
                  <a:ext uri="{FF2B5EF4-FFF2-40B4-BE49-F238E27FC236}">
                    <a16:creationId xmlns:a16="http://schemas.microsoft.com/office/drawing/2014/main" id="{77900748-9D87-DA43-DACC-3FA1D3A8BC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37226" y="5740505"/>
                <a:ext cx="310984" cy="0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9" name="Straight Connector 718">
                <a:extLst>
                  <a:ext uri="{FF2B5EF4-FFF2-40B4-BE49-F238E27FC236}">
                    <a16:creationId xmlns:a16="http://schemas.microsoft.com/office/drawing/2014/main" id="{E465A0AA-98D0-64E8-96B3-12A5759E42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68288" y="5740275"/>
                <a:ext cx="70109" cy="52699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head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3" name="Rectangle: Rounded Corners 722">
              <a:extLst>
                <a:ext uri="{FF2B5EF4-FFF2-40B4-BE49-F238E27FC236}">
                  <a16:creationId xmlns:a16="http://schemas.microsoft.com/office/drawing/2014/main" id="{1A28246B-24D8-0BB9-919C-03BD386C8E21}"/>
                </a:ext>
              </a:extLst>
            </p:cNvPr>
            <p:cNvSpPr/>
            <p:nvPr/>
          </p:nvSpPr>
          <p:spPr>
            <a:xfrm>
              <a:off x="7448058" y="4064000"/>
              <a:ext cx="4314095" cy="2762740"/>
            </a:xfrm>
            <a:prstGeom prst="roundRect">
              <a:avLst>
                <a:gd name="adj" fmla="val 27368"/>
              </a:avLst>
            </a:prstGeom>
            <a:noFill/>
            <a:ln w="3492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26" name="TextBox 725">
            <a:extLst>
              <a:ext uri="{FF2B5EF4-FFF2-40B4-BE49-F238E27FC236}">
                <a16:creationId xmlns:a16="http://schemas.microsoft.com/office/drawing/2014/main" id="{1CE6AE07-2255-DAA7-690E-63EE9A63EBE6}"/>
              </a:ext>
            </a:extLst>
          </p:cNvPr>
          <p:cNvSpPr txBox="1"/>
          <p:nvPr/>
        </p:nvSpPr>
        <p:spPr>
          <a:xfrm>
            <a:off x="7410594" y="6385918"/>
            <a:ext cx="60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6475DE-E9A5-104F-0971-FFF44F601F77}"/>
              </a:ext>
            </a:extLst>
          </p:cNvPr>
          <p:cNvCxnSpPr>
            <a:cxnSpLocks/>
          </p:cNvCxnSpPr>
          <p:nvPr/>
        </p:nvCxnSpPr>
        <p:spPr>
          <a:xfrm>
            <a:off x="9175539" y="4012221"/>
            <a:ext cx="581211" cy="0"/>
          </a:xfrm>
          <a:prstGeom prst="line">
            <a:avLst/>
          </a:prstGeom>
          <a:ln w="8572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6B83D9-E21C-930F-ADA6-C0AD83815FEC}"/>
              </a:ext>
            </a:extLst>
          </p:cNvPr>
          <p:cNvCxnSpPr>
            <a:cxnSpLocks/>
          </p:cNvCxnSpPr>
          <p:nvPr/>
        </p:nvCxnSpPr>
        <p:spPr>
          <a:xfrm>
            <a:off x="9168261" y="4331674"/>
            <a:ext cx="588489" cy="0"/>
          </a:xfrm>
          <a:prstGeom prst="line">
            <a:avLst/>
          </a:prstGeom>
          <a:ln w="635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AFBBAF-6FB6-AEE5-9863-534084D897C8}"/>
              </a:ext>
            </a:extLst>
          </p:cNvPr>
          <p:cNvCxnSpPr>
            <a:cxnSpLocks/>
          </p:cNvCxnSpPr>
          <p:nvPr/>
        </p:nvCxnSpPr>
        <p:spPr>
          <a:xfrm>
            <a:off x="9164117" y="4976442"/>
            <a:ext cx="581211" cy="0"/>
          </a:xfrm>
          <a:prstGeom prst="line">
            <a:avLst/>
          </a:prstGeom>
          <a:ln w="412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6E5392-1A9F-39B9-4500-0481826332D6}"/>
              </a:ext>
            </a:extLst>
          </p:cNvPr>
          <p:cNvCxnSpPr>
            <a:cxnSpLocks/>
          </p:cNvCxnSpPr>
          <p:nvPr/>
        </p:nvCxnSpPr>
        <p:spPr>
          <a:xfrm>
            <a:off x="9175539" y="4660561"/>
            <a:ext cx="581211" cy="0"/>
          </a:xfrm>
          <a:prstGeom prst="line">
            <a:avLst/>
          </a:prstGeom>
          <a:ln w="539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5D940A30-B8B6-4BCA-BE0A-D10FE3D96CA8}"/>
              </a:ext>
            </a:extLst>
          </p:cNvPr>
          <p:cNvCxnSpPr>
            <a:cxnSpLocks/>
          </p:cNvCxnSpPr>
          <p:nvPr/>
        </p:nvCxnSpPr>
        <p:spPr>
          <a:xfrm>
            <a:off x="9175539" y="5313481"/>
            <a:ext cx="569789" cy="0"/>
          </a:xfrm>
          <a:prstGeom prst="line">
            <a:avLst/>
          </a:prstGeom>
          <a:ln w="317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384BB511-2276-FB1E-681B-4CFAF3B201F4}"/>
              </a:ext>
            </a:extLst>
          </p:cNvPr>
          <p:cNvCxnSpPr>
            <a:cxnSpLocks/>
          </p:cNvCxnSpPr>
          <p:nvPr/>
        </p:nvCxnSpPr>
        <p:spPr>
          <a:xfrm>
            <a:off x="9175539" y="5632936"/>
            <a:ext cx="569789" cy="0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C10CC14B-CF89-E167-7298-409EEC4D39C7}"/>
              </a:ext>
            </a:extLst>
          </p:cNvPr>
          <p:cNvCxnSpPr>
            <a:cxnSpLocks/>
          </p:cNvCxnSpPr>
          <p:nvPr/>
        </p:nvCxnSpPr>
        <p:spPr>
          <a:xfrm>
            <a:off x="9175539" y="5967014"/>
            <a:ext cx="569789" cy="0"/>
          </a:xfrm>
          <a:prstGeom prst="line">
            <a:avLst/>
          </a:prstGeom>
          <a:ln w="31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>
            <a:extLst>
              <a:ext uri="{FF2B5EF4-FFF2-40B4-BE49-F238E27FC236}">
                <a16:creationId xmlns:a16="http://schemas.microsoft.com/office/drawing/2014/main" id="{421B03BC-839E-E578-2A4A-C463E1378771}"/>
              </a:ext>
            </a:extLst>
          </p:cNvPr>
          <p:cNvSpPr txBox="1"/>
          <p:nvPr/>
        </p:nvSpPr>
        <p:spPr>
          <a:xfrm>
            <a:off x="9852553" y="3858332"/>
            <a:ext cx="1389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&gt; 300 GWh/y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80F8E445-819D-2FCC-8B09-FA28CD4913C2}"/>
              </a:ext>
            </a:extLst>
          </p:cNvPr>
          <p:cNvSpPr txBox="1"/>
          <p:nvPr/>
        </p:nvSpPr>
        <p:spPr>
          <a:xfrm>
            <a:off x="9801575" y="4168820"/>
            <a:ext cx="150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200-300 GWh/y</a:t>
            </a: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C8AE5509-972B-4DEF-E627-5F423986FA2A}"/>
              </a:ext>
            </a:extLst>
          </p:cNvPr>
          <p:cNvSpPr txBox="1"/>
          <p:nvPr/>
        </p:nvSpPr>
        <p:spPr>
          <a:xfrm>
            <a:off x="9813616" y="4520334"/>
            <a:ext cx="150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100-200 GWh/y</a:t>
            </a: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BE74F7BE-C3F8-B367-76E6-3B04574327F5}"/>
              </a:ext>
            </a:extLst>
          </p:cNvPr>
          <p:cNvSpPr txBox="1"/>
          <p:nvPr/>
        </p:nvSpPr>
        <p:spPr>
          <a:xfrm>
            <a:off x="9813616" y="4838106"/>
            <a:ext cx="150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50-100 GWh/y</a:t>
            </a: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8F36D2BF-FE41-81BA-27F8-4ED5D428A642}"/>
              </a:ext>
            </a:extLst>
          </p:cNvPr>
          <p:cNvSpPr txBox="1"/>
          <p:nvPr/>
        </p:nvSpPr>
        <p:spPr>
          <a:xfrm>
            <a:off x="9801575" y="5145883"/>
            <a:ext cx="150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20-50 GWh/y</a:t>
            </a: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CEA5D373-CBF2-273B-520C-848582B49E59}"/>
              </a:ext>
            </a:extLst>
          </p:cNvPr>
          <p:cNvSpPr txBox="1"/>
          <p:nvPr/>
        </p:nvSpPr>
        <p:spPr>
          <a:xfrm>
            <a:off x="9801574" y="5479047"/>
            <a:ext cx="150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10-20 GWh/y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1FB95B1A-CE0C-946C-D835-5E7914E674DF}"/>
              </a:ext>
            </a:extLst>
          </p:cNvPr>
          <p:cNvSpPr txBox="1"/>
          <p:nvPr/>
        </p:nvSpPr>
        <p:spPr>
          <a:xfrm>
            <a:off x="9813616" y="5810238"/>
            <a:ext cx="150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1-10 GWh/y</a:t>
            </a:r>
          </a:p>
        </p:txBody>
      </p:sp>
    </p:spTree>
    <p:extLst>
      <p:ext uri="{BB962C8B-B14F-4D97-AF65-F5344CB8AC3E}">
        <p14:creationId xmlns:p14="http://schemas.microsoft.com/office/powerpoint/2010/main" val="308806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5908CF7-ADF8-489D-812A-D453CA40F0F3}">
  <we:reference id="WA104381909" version="3.26.0.0" store="Omex" storeType="OMEX"/>
  <we:alternateReferences>
    <we:reference id="WA104381909" version="3.26.0.0" store="WA104381909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29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Serif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2026-08-22T22:24:31Z</dcterms:created>
  <dcterms:modified xsi:type="dcterms:W3CDTF">2026-08-27T00:58:30Z</dcterms:modified>
</cp:coreProperties>
</file>